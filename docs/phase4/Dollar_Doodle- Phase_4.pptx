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12"/>
  </p:notesMasterIdLst>
  <p:sldIdLst>
    <p:sldId id="256" r:id="rId2"/>
    <p:sldId id="279" r:id="rId3"/>
    <p:sldId id="277" r:id="rId4"/>
    <p:sldId id="258" r:id="rId5"/>
    <p:sldId id="278" r:id="rId6"/>
    <p:sldId id="266" r:id="rId7"/>
    <p:sldId id="265" r:id="rId8"/>
    <p:sldId id="281" r:id="rId9"/>
    <p:sldId id="260" r:id="rId10"/>
    <p:sldId id="27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B49DF2-8949-FC05-6544-F42B8FA7061F}" v="467" dt="2026-05-03T21:30:14.397"/>
    <p1510:client id="{12C9F4CB-9A4A-E8FF-F96A-80101165FE17}" v="58" dt="2026-05-03T17:37:05.506"/>
    <p1510:client id="{3DC44E0D-CB56-6361-CD98-3D2827AADF0B}" v="11" dt="2026-05-03T21:31:48.011"/>
    <p1510:client id="{4BFB7AA6-1BEC-F670-E039-D62BBCEB2AD4}" v="238" dt="2026-05-03T21:15:59.912"/>
    <p1510:client id="{C8C4F36B-2BC4-400D-48B0-BCF14939AE63}" v="451" dt="2026-05-03T05:54:55.57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userId="S::urn:spo:tenantanon#7d1de448-4e16-423d-8eda-400153b7ef04::" providerId="AD" clId="Web-{A3AB6606-8E37-8B92-026F-133045352B27}"/>
    <pc:docChg chg="addSld modSld">
      <pc:chgData name="Guest User" userId="S::urn:spo:tenantanon#7d1de448-4e16-423d-8eda-400153b7ef04::" providerId="AD" clId="Web-{A3AB6606-8E37-8B92-026F-133045352B27}" dt="2026-04-19T21:13:15.557" v="133"/>
      <pc:docMkLst>
        <pc:docMk/>
      </pc:docMkLst>
      <pc:sldChg chg="modSp modNotes">
        <pc:chgData name="Guest User" userId="S::urn:spo:tenantanon#7d1de448-4e16-423d-8eda-400153b7ef04::" providerId="AD" clId="Web-{A3AB6606-8E37-8B92-026F-133045352B27}" dt="2026-04-19T21:08:58.334" v="82"/>
        <pc:sldMkLst>
          <pc:docMk/>
          <pc:sldMk cId="1840543093" sldId="258"/>
        </pc:sldMkLst>
        <pc:spChg chg="mod">
          <ac:chgData name="Guest User" userId="S::urn:spo:tenantanon#7d1de448-4e16-423d-8eda-400153b7ef04::" providerId="AD" clId="Web-{A3AB6606-8E37-8B92-026F-133045352B27}" dt="2026-04-19T20:54:27.994" v="4" actId="1076"/>
          <ac:spMkLst>
            <pc:docMk/>
            <pc:sldMk cId="1840543093" sldId="258"/>
            <ac:spMk id="2" creationId="{7DA4A101-0C7D-98BC-B1FF-9970BF4315C2}"/>
          </ac:spMkLst>
        </pc:spChg>
      </pc:sldChg>
      <pc:sldChg chg="modSp modNotes">
        <pc:chgData name="Guest User" userId="S::urn:spo:tenantanon#7d1de448-4e16-423d-8eda-400153b7ef04::" providerId="AD" clId="Web-{A3AB6606-8E37-8B92-026F-133045352B27}" dt="2026-04-19T21:09:53.367" v="111"/>
        <pc:sldMkLst>
          <pc:docMk/>
          <pc:sldMk cId="3926623332" sldId="260"/>
        </pc:sldMkLst>
        <pc:spChg chg="mod">
          <ac:chgData name="Guest User" userId="S::urn:spo:tenantanon#7d1de448-4e16-423d-8eda-400153b7ef04::" providerId="AD" clId="Web-{A3AB6606-8E37-8B92-026F-133045352B27}" dt="2026-04-19T20:55:44.948" v="19" actId="1076"/>
          <ac:spMkLst>
            <pc:docMk/>
            <pc:sldMk cId="3926623332" sldId="260"/>
            <ac:spMk id="2" creationId="{84D74C2D-71CF-4986-4F5E-69F1F83924B5}"/>
          </ac:spMkLst>
        </pc:spChg>
        <pc:spChg chg="mod">
          <ac:chgData name="Guest User" userId="S::urn:spo:tenantanon#7d1de448-4e16-423d-8eda-400153b7ef04::" providerId="AD" clId="Web-{A3AB6606-8E37-8B92-026F-133045352B27}" dt="2026-04-19T20:55:41.417" v="18" actId="14100"/>
          <ac:spMkLst>
            <pc:docMk/>
            <pc:sldMk cId="3926623332" sldId="260"/>
            <ac:spMk id="3" creationId="{496E54AF-2FE5-54A5-F419-2C41FC5F7B4A}"/>
          </ac:spMkLst>
        </pc:spChg>
      </pc:sldChg>
      <pc:sldChg chg="modSp modNotes">
        <pc:chgData name="Guest User" userId="S::urn:spo:tenantanon#7d1de448-4e16-423d-8eda-400153b7ef04::" providerId="AD" clId="Web-{A3AB6606-8E37-8B92-026F-133045352B27}" dt="2026-04-19T21:09:14.241" v="85"/>
        <pc:sldMkLst>
          <pc:docMk/>
          <pc:sldMk cId="232652106" sldId="265"/>
        </pc:sldMkLst>
      </pc:sldChg>
      <pc:sldChg chg="modSp modNotes">
        <pc:chgData name="Guest User" userId="S::urn:spo:tenantanon#7d1de448-4e16-423d-8eda-400153b7ef04::" providerId="AD" clId="Web-{A3AB6606-8E37-8B92-026F-133045352B27}" dt="2026-04-19T21:09:36.960" v="107"/>
        <pc:sldMkLst>
          <pc:docMk/>
          <pc:sldMk cId="652764339" sldId="266"/>
        </pc:sldMkLst>
        <pc:graphicFrameChg chg="mod modGraphic">
          <ac:chgData name="Guest User" userId="S::urn:spo:tenantanon#7d1de448-4e16-423d-8eda-400153b7ef04::" providerId="AD" clId="Web-{A3AB6606-8E37-8B92-026F-133045352B27}" dt="2026-04-19T20:55:11.807" v="13"/>
          <ac:graphicFrameMkLst>
            <pc:docMk/>
            <pc:sldMk cId="652764339" sldId="266"/>
            <ac:graphicFrameMk id="5" creationId="{4904E228-37A9-5E59-B124-879E5B33852B}"/>
          </ac:graphicFrameMkLst>
        </pc:graphicFrameChg>
      </pc:sldChg>
      <pc:sldChg chg="modSp modNotes">
        <pc:chgData name="Guest User" userId="S::urn:spo:tenantanon#7d1de448-4e16-423d-8eda-400153b7ef04::" providerId="AD" clId="Web-{A3AB6606-8E37-8B92-026F-133045352B27}" dt="2026-04-19T21:09:57.945" v="114"/>
        <pc:sldMkLst>
          <pc:docMk/>
          <pc:sldMk cId="1073444460" sldId="276"/>
        </pc:sldMkLst>
        <pc:spChg chg="mod">
          <ac:chgData name="Guest User" userId="S::urn:spo:tenantanon#7d1de448-4e16-423d-8eda-400153b7ef04::" providerId="AD" clId="Web-{A3AB6606-8E37-8B92-026F-133045352B27}" dt="2026-04-19T20:55:54.073" v="20" actId="1076"/>
          <ac:spMkLst>
            <pc:docMk/>
            <pc:sldMk cId="1073444460" sldId="276"/>
            <ac:spMk id="2" creationId="{8DECFCFD-958D-5EB7-4D6B-24F4E5D2BBAB}"/>
          </ac:spMkLst>
        </pc:spChg>
        <pc:spChg chg="mod">
          <ac:chgData name="Guest User" userId="S::urn:spo:tenantanon#7d1de448-4e16-423d-8eda-400153b7ef04::" providerId="AD" clId="Web-{A3AB6606-8E37-8B92-026F-133045352B27}" dt="2026-04-19T21:01:36.110" v="32" actId="20577"/>
          <ac:spMkLst>
            <pc:docMk/>
            <pc:sldMk cId="1073444460" sldId="276"/>
            <ac:spMk id="10" creationId="{6BF86F95-D9D8-1EBE-7C14-A6CB8E1449EE}"/>
          </ac:spMkLst>
        </pc:spChg>
        <pc:grpChg chg="mod">
          <ac:chgData name="Guest User" userId="S::urn:spo:tenantanon#7d1de448-4e16-423d-8eda-400153b7ef04::" providerId="AD" clId="Web-{A3AB6606-8E37-8B92-026F-133045352B27}" dt="2026-04-19T20:55:57.683" v="21" actId="1076"/>
          <ac:grpSpMkLst>
            <pc:docMk/>
            <pc:sldMk cId="1073444460" sldId="276"/>
            <ac:grpSpMk id="4" creationId="{29D0D190-26FA-B607-612A-3AFDA829AC26}"/>
          </ac:grpSpMkLst>
        </pc:grpChg>
        <pc:grpChg chg="mod">
          <ac:chgData name="Guest User" userId="S::urn:spo:tenantanon#7d1de448-4e16-423d-8eda-400153b7ef04::" providerId="AD" clId="Web-{A3AB6606-8E37-8B92-026F-133045352B27}" dt="2026-04-19T20:56:05.214" v="23" actId="1076"/>
          <ac:grpSpMkLst>
            <pc:docMk/>
            <pc:sldMk cId="1073444460" sldId="276"/>
            <ac:grpSpMk id="5" creationId="{7200C015-36CA-478B-E33F-5E8076958465}"/>
          </ac:grpSpMkLst>
        </pc:grpChg>
        <pc:grpChg chg="mod">
          <ac:chgData name="Guest User" userId="S::urn:spo:tenantanon#7d1de448-4e16-423d-8eda-400153b7ef04::" providerId="AD" clId="Web-{A3AB6606-8E37-8B92-026F-133045352B27}" dt="2026-04-19T20:56:01.245" v="22" actId="1076"/>
          <ac:grpSpMkLst>
            <pc:docMk/>
            <pc:sldMk cId="1073444460" sldId="276"/>
            <ac:grpSpMk id="6" creationId="{E8B2BCC7-492A-2F5D-3F0C-3A41962A8E27}"/>
          </ac:grpSpMkLst>
        </pc:grpChg>
      </pc:sldChg>
      <pc:sldChg chg="modSp modNotes">
        <pc:chgData name="Guest User" userId="S::urn:spo:tenantanon#7d1de448-4e16-423d-8eda-400153b7ef04::" providerId="AD" clId="Web-{A3AB6606-8E37-8B92-026F-133045352B27}" dt="2026-04-19T21:06:53.987" v="39"/>
        <pc:sldMkLst>
          <pc:docMk/>
          <pc:sldMk cId="527625022" sldId="277"/>
        </pc:sldMkLst>
        <pc:spChg chg="mod">
          <ac:chgData name="Guest User" userId="S::urn:spo:tenantanon#7d1de448-4e16-423d-8eda-400153b7ef04::" providerId="AD" clId="Web-{A3AB6606-8E37-8B92-026F-133045352B27}" dt="2026-04-19T20:54:14.056" v="3" actId="1076"/>
          <ac:spMkLst>
            <pc:docMk/>
            <pc:sldMk cId="527625022" sldId="277"/>
            <ac:spMk id="44" creationId="{0D028D45-41D9-57B2-8E3D-B6BF28655691}"/>
          </ac:spMkLst>
        </pc:spChg>
      </pc:sldChg>
      <pc:sldChg chg="modSp modNotes">
        <pc:chgData name="Guest User" userId="S::urn:spo:tenantanon#7d1de448-4e16-423d-8eda-400153b7ef04::" providerId="AD" clId="Web-{A3AB6606-8E37-8B92-026F-133045352B27}" dt="2026-04-19T21:08:50.084" v="63"/>
        <pc:sldMkLst>
          <pc:docMk/>
          <pc:sldMk cId="1544583583" sldId="278"/>
        </pc:sldMkLst>
      </pc:sldChg>
      <pc:sldChg chg="modSp modNotes">
        <pc:chgData name="Guest User" userId="S::urn:spo:tenantanon#7d1de448-4e16-423d-8eda-400153b7ef04::" providerId="AD" clId="Web-{A3AB6606-8E37-8B92-026F-133045352B27}" dt="2026-04-19T21:06:43.674" v="36"/>
        <pc:sldMkLst>
          <pc:docMk/>
          <pc:sldMk cId="3522322463" sldId="279"/>
        </pc:sldMkLst>
        <pc:spChg chg="mod">
          <ac:chgData name="Guest User" userId="S::urn:spo:tenantanon#7d1de448-4e16-423d-8eda-400153b7ef04::" providerId="AD" clId="Web-{A3AB6606-8E37-8B92-026F-133045352B27}" dt="2026-04-19T20:54:03.571" v="2" actId="1076"/>
          <ac:spMkLst>
            <pc:docMk/>
            <pc:sldMk cId="3522322463" sldId="279"/>
            <ac:spMk id="2" creationId="{E9A9670C-FC32-3137-6DED-159D6944CA2E}"/>
          </ac:spMkLst>
        </pc:spChg>
        <pc:spChg chg="mod">
          <ac:chgData name="Guest User" userId="S::urn:spo:tenantanon#7d1de448-4e16-423d-8eda-400153b7ef04::" providerId="AD" clId="Web-{A3AB6606-8E37-8B92-026F-133045352B27}" dt="2026-04-19T20:53:57.181" v="1" actId="20577"/>
          <ac:spMkLst>
            <pc:docMk/>
            <pc:sldMk cId="3522322463" sldId="279"/>
            <ac:spMk id="3" creationId="{1DAB23E3-498C-D4FE-9B86-3273FD823A35}"/>
          </ac:spMkLst>
        </pc:spChg>
      </pc:sldChg>
    </pc:docChg>
  </pc:docChgLst>
  <pc:docChgLst>
    <pc:chgData name="Guest User" userId="S::urn:spo:tenantanon#7d1de448-4e16-423d-8eda-400153b7ef04::" providerId="AD" clId="Web-{CE504B13-03B9-BAC4-A477-0CE0A9BE9624}"/>
    <pc:docChg chg="addSld delSld modSld">
      <pc:chgData name="Guest User" userId="S::urn:spo:tenantanon#7d1de448-4e16-423d-8eda-400153b7ef04::" providerId="AD" clId="Web-{CE504B13-03B9-BAC4-A477-0CE0A9BE9624}" dt="2026-04-19T21:02:25.701" v="522"/>
      <pc:docMkLst>
        <pc:docMk/>
      </pc:docMkLst>
      <pc:sldChg chg="modSp">
        <pc:chgData name="Guest User" userId="S::urn:spo:tenantanon#7d1de448-4e16-423d-8eda-400153b7ef04::" providerId="AD" clId="Web-{CE504B13-03B9-BAC4-A477-0CE0A9BE9624}" dt="2026-04-19T20:31:03.704" v="23" actId="1076"/>
        <pc:sldMkLst>
          <pc:docMk/>
          <pc:sldMk cId="1840543093" sldId="258"/>
        </pc:sldMkLst>
        <pc:spChg chg="mod">
          <ac:chgData name="Guest User" userId="S::urn:spo:tenantanon#7d1de448-4e16-423d-8eda-400153b7ef04::" providerId="AD" clId="Web-{CE504B13-03B9-BAC4-A477-0CE0A9BE9624}" dt="2026-04-19T20:29:30.921" v="16" actId="20577"/>
          <ac:spMkLst>
            <pc:docMk/>
            <pc:sldMk cId="1840543093" sldId="258"/>
            <ac:spMk id="2" creationId="{7DA4A101-0C7D-98BC-B1FF-9970BF4315C2}"/>
          </ac:spMkLst>
        </pc:spChg>
      </pc:sldChg>
      <pc:sldChg chg="addSp delSp modSp mod setBg modClrScheme delDesignElem chgLayout">
        <pc:chgData name="Guest User" userId="S::urn:spo:tenantanon#7d1de448-4e16-423d-8eda-400153b7ef04::" providerId="AD" clId="Web-{CE504B13-03B9-BAC4-A477-0CE0A9BE9624}" dt="2026-04-19T20:45:35.084" v="510" actId="20577"/>
        <pc:sldMkLst>
          <pc:docMk/>
          <pc:sldMk cId="3926623332" sldId="260"/>
        </pc:sldMkLst>
        <pc:spChg chg="mod ord">
          <ac:chgData name="Guest User" userId="S::urn:spo:tenantanon#7d1de448-4e16-423d-8eda-400153b7ef04::" providerId="AD" clId="Web-{CE504B13-03B9-BAC4-A477-0CE0A9BE9624}" dt="2026-04-19T20:45:35.084" v="510" actId="20577"/>
          <ac:spMkLst>
            <pc:docMk/>
            <pc:sldMk cId="3926623332" sldId="260"/>
            <ac:spMk id="2" creationId="{84D74C2D-71CF-4986-4F5E-69F1F83924B5}"/>
          </ac:spMkLst>
        </pc:spChg>
        <pc:spChg chg="add mod ord">
          <ac:chgData name="Guest User" userId="S::urn:spo:tenantanon#7d1de448-4e16-423d-8eda-400153b7ef04::" providerId="AD" clId="Web-{CE504B13-03B9-BAC4-A477-0CE0A9BE9624}" dt="2026-04-19T20:45:27.599" v="508" actId="20577"/>
          <ac:spMkLst>
            <pc:docMk/>
            <pc:sldMk cId="3926623332" sldId="260"/>
            <ac:spMk id="3" creationId="{496E54AF-2FE5-54A5-F419-2C41FC5F7B4A}"/>
          </ac:spMkLst>
        </pc:spChg>
        <pc:spChg chg="add">
          <ac:chgData name="Guest User" userId="S::urn:spo:tenantanon#7d1de448-4e16-423d-8eda-400153b7ef04::" providerId="AD" clId="Web-{CE504B13-03B9-BAC4-A477-0CE0A9BE9624}" dt="2026-04-19T20:45:18.083" v="507"/>
          <ac:spMkLst>
            <pc:docMk/>
            <pc:sldMk cId="3926623332" sldId="260"/>
            <ac:spMk id="5" creationId="{EDDBB197-D710-4A4F-A9CA-FD2177498BE8}"/>
          </ac:spMkLst>
        </pc:spChg>
        <pc:spChg chg="add">
          <ac:chgData name="Guest User" userId="S::urn:spo:tenantanon#7d1de448-4e16-423d-8eda-400153b7ef04::" providerId="AD" clId="Web-{CE504B13-03B9-BAC4-A477-0CE0A9BE9624}" dt="2026-04-19T20:45:18.083" v="507"/>
          <ac:spMkLst>
            <pc:docMk/>
            <pc:sldMk cId="3926623332" sldId="260"/>
            <ac:spMk id="6" creationId="{975D1CFA-2CDB-4B64-BD9F-85744E8DA12F}"/>
          </ac:spMkLst>
        </pc:spChg>
        <pc:grpChg chg="add">
          <ac:chgData name="Guest User" userId="S::urn:spo:tenantanon#7d1de448-4e16-423d-8eda-400153b7ef04::" providerId="AD" clId="Web-{CE504B13-03B9-BAC4-A477-0CE0A9BE9624}" dt="2026-04-19T20:45:18.083" v="507"/>
          <ac:grpSpMkLst>
            <pc:docMk/>
            <pc:sldMk cId="3926623332" sldId="260"/>
            <ac:grpSpMk id="14" creationId="{25EE5136-01F1-466C-962D-BA9B4C6757AA}"/>
          </ac:grpSpMkLst>
        </pc:grpChg>
        <pc:picChg chg="add">
          <ac:chgData name="Guest User" userId="S::urn:spo:tenantanon#7d1de448-4e16-423d-8eda-400153b7ef04::" providerId="AD" clId="Web-{CE504B13-03B9-BAC4-A477-0CE0A9BE9624}" dt="2026-04-19T20:45:18.083" v="507"/>
          <ac:picMkLst>
            <pc:docMk/>
            <pc:sldMk cId="3926623332" sldId="260"/>
            <ac:picMk id="7" creationId="{70155E33-2567-B3E9-6D21-39D80675832C}"/>
          </ac:picMkLst>
        </pc:picChg>
      </pc:sldChg>
      <pc:sldChg chg="modSp">
        <pc:chgData name="Guest User" userId="S::urn:spo:tenantanon#7d1de448-4e16-423d-8eda-400153b7ef04::" providerId="AD" clId="Web-{CE504B13-03B9-BAC4-A477-0CE0A9BE9624}" dt="2026-04-19T20:51:09.013" v="521" actId="20577"/>
        <pc:sldMkLst>
          <pc:docMk/>
          <pc:sldMk cId="652764339" sldId="266"/>
        </pc:sldMkLst>
        <pc:spChg chg="mod">
          <ac:chgData name="Guest User" userId="S::urn:spo:tenantanon#7d1de448-4e16-423d-8eda-400153b7ef04::" providerId="AD" clId="Web-{CE504B13-03B9-BAC4-A477-0CE0A9BE9624}" dt="2026-04-19T20:51:09.013" v="521" actId="20577"/>
          <ac:spMkLst>
            <pc:docMk/>
            <pc:sldMk cId="652764339" sldId="266"/>
            <ac:spMk id="2" creationId="{D16FF2B5-852A-EDD0-B073-AF428128E22C}"/>
          </ac:spMkLst>
        </pc:spChg>
      </pc:sldChg>
      <pc:sldChg chg="add replId">
        <pc:chgData name="Guest User" userId="S::urn:spo:tenantanon#7d1de448-4e16-423d-8eda-400153b7ef04::" providerId="AD" clId="Web-{CE504B13-03B9-BAC4-A477-0CE0A9BE9624}" dt="2026-04-19T20:29:07.405" v="14"/>
        <pc:sldMkLst>
          <pc:docMk/>
          <pc:sldMk cId="1544583583" sldId="278"/>
        </pc:sldMkLst>
      </pc:sldChg>
      <pc:sldChg chg="addSp delSp modSp new mod setBg">
        <pc:chgData name="Guest User" userId="S::urn:spo:tenantanon#7d1de448-4e16-423d-8eda-400153b7ef04::" providerId="AD" clId="Web-{CE504B13-03B9-BAC4-A477-0CE0A9BE9624}" dt="2026-04-19T20:37:14.711" v="236"/>
        <pc:sldMkLst>
          <pc:docMk/>
          <pc:sldMk cId="3522322463" sldId="279"/>
        </pc:sldMkLst>
        <pc:spChg chg="mod">
          <ac:chgData name="Guest User" userId="S::urn:spo:tenantanon#7d1de448-4e16-423d-8eda-400153b7ef04::" providerId="AD" clId="Web-{CE504B13-03B9-BAC4-A477-0CE0A9BE9624}" dt="2026-04-19T20:37:14.711" v="236"/>
          <ac:spMkLst>
            <pc:docMk/>
            <pc:sldMk cId="3522322463" sldId="279"/>
            <ac:spMk id="2" creationId="{E9A9670C-FC32-3137-6DED-159D6944CA2E}"/>
          </ac:spMkLst>
        </pc:spChg>
        <pc:spChg chg="mod">
          <ac:chgData name="Guest User" userId="S::urn:spo:tenantanon#7d1de448-4e16-423d-8eda-400153b7ef04::" providerId="AD" clId="Web-{CE504B13-03B9-BAC4-A477-0CE0A9BE9624}" dt="2026-04-19T20:36:52.305" v="235" actId="20577"/>
          <ac:spMkLst>
            <pc:docMk/>
            <pc:sldMk cId="3522322463" sldId="279"/>
            <ac:spMk id="3" creationId="{1DAB23E3-498C-D4FE-9B86-3273FD823A35}"/>
          </ac:spMkLst>
        </pc:spChg>
        <pc:spChg chg="add">
          <ac:chgData name="Guest User" userId="S::urn:spo:tenantanon#7d1de448-4e16-423d-8eda-400153b7ef04::" providerId="AD" clId="Web-{CE504B13-03B9-BAC4-A477-0CE0A9BE9624}" dt="2026-04-19T20:37:14.711" v="236"/>
          <ac:spMkLst>
            <pc:docMk/>
            <pc:sldMk cId="3522322463" sldId="279"/>
            <ac:spMk id="23" creationId="{53CF6D67-C5A8-4ADD-9E8E-1E38CA1D3166}"/>
          </ac:spMkLst>
        </pc:spChg>
        <pc:spChg chg="add">
          <ac:chgData name="Guest User" userId="S::urn:spo:tenantanon#7d1de448-4e16-423d-8eda-400153b7ef04::" providerId="AD" clId="Web-{CE504B13-03B9-BAC4-A477-0CE0A9BE9624}" dt="2026-04-19T20:37:14.711" v="236"/>
          <ac:spMkLst>
            <pc:docMk/>
            <pc:sldMk cId="3522322463" sldId="279"/>
            <ac:spMk id="25" creationId="{86909FA0-B515-4681-B7A8-FA281D133B94}"/>
          </ac:spMkLst>
        </pc:spChg>
        <pc:spChg chg="add">
          <ac:chgData name="Guest User" userId="S::urn:spo:tenantanon#7d1de448-4e16-423d-8eda-400153b7ef04::" providerId="AD" clId="Web-{CE504B13-03B9-BAC4-A477-0CE0A9BE9624}" dt="2026-04-19T20:37:14.711" v="236"/>
          <ac:spMkLst>
            <pc:docMk/>
            <pc:sldMk cId="3522322463" sldId="279"/>
            <ac:spMk id="27" creationId="{21C9FE86-FCC3-4A31-AA1C-C882262B7FE7}"/>
          </ac:spMkLst>
        </pc:spChg>
        <pc:spChg chg="add">
          <ac:chgData name="Guest User" userId="S::urn:spo:tenantanon#7d1de448-4e16-423d-8eda-400153b7ef04::" providerId="AD" clId="Web-{CE504B13-03B9-BAC4-A477-0CE0A9BE9624}" dt="2026-04-19T20:37:14.711" v="236"/>
          <ac:spMkLst>
            <pc:docMk/>
            <pc:sldMk cId="3522322463" sldId="279"/>
            <ac:spMk id="31" creationId="{A09989E4-EFDC-4A90-A633-E0525FB4139E}"/>
          </ac:spMkLst>
        </pc:spChg>
      </pc:sldChg>
    </pc:docChg>
  </pc:docChgLst>
  <pc:docChgLst>
    <pc:chgData name="Daniel Austin" userId="4cc50ab0-1a34-4b5d-a616-be45af80ebe2" providerId="ADAL" clId="{6EC0F13D-5358-5C02-94B4-0BF751DC74DC}"/>
    <pc:docChg chg="undo custSel addSld delSld modSld sldOrd modMainMaster">
      <pc:chgData name="Daniel Austin" userId="4cc50ab0-1a34-4b5d-a616-be45af80ebe2" providerId="ADAL" clId="{6EC0F13D-5358-5C02-94B4-0BF751DC74DC}" dt="2026-04-20T13:21:52.360" v="235" actId="2696"/>
      <pc:docMkLst>
        <pc:docMk/>
      </pc:docMkLst>
      <pc:sldChg chg="addSp delSp modSp mod setBg addAnim delAnim delDesignElem">
        <pc:chgData name="Daniel Austin" userId="4cc50ab0-1a34-4b5d-a616-be45af80ebe2" providerId="ADAL" clId="{6EC0F13D-5358-5C02-94B4-0BF751DC74DC}" dt="2026-04-19T01:30:59.733" v="60"/>
        <pc:sldMkLst>
          <pc:docMk/>
          <pc:sldMk cId="663117724" sldId="256"/>
        </pc:sldMkLst>
        <pc:spChg chg="mod">
          <ac:chgData name="Daniel Austin" userId="4cc50ab0-1a34-4b5d-a616-be45af80ebe2" providerId="ADAL" clId="{6EC0F13D-5358-5C02-94B4-0BF751DC74DC}" dt="2026-04-19T01:24:40.461" v="37" actId="1076"/>
          <ac:spMkLst>
            <pc:docMk/>
            <pc:sldMk cId="663117724" sldId="256"/>
            <ac:spMk id="3" creationId="{8BC44E65-3415-A50B-1AB1-00A12C010140}"/>
          </ac:spMkLst>
        </pc:spChg>
        <pc:spChg chg="add del">
          <ac:chgData name="Daniel Austin" userId="4cc50ab0-1a34-4b5d-a616-be45af80ebe2" providerId="ADAL" clId="{6EC0F13D-5358-5C02-94B4-0BF751DC74DC}" dt="2026-04-19T01:26:53.142" v="56"/>
          <ac:spMkLst>
            <pc:docMk/>
            <pc:sldMk cId="663117724" sldId="256"/>
            <ac:spMk id="36" creationId="{A8DB9CD9-59B1-4D73-BC4C-98796A48EF9B}"/>
          </ac:spMkLst>
        </pc:spChg>
        <pc:spChg chg="add del">
          <ac:chgData name="Daniel Austin" userId="4cc50ab0-1a34-4b5d-a616-be45af80ebe2" providerId="ADAL" clId="{6EC0F13D-5358-5C02-94B4-0BF751DC74DC}" dt="2026-04-19T01:26:53.142" v="56"/>
          <ac:spMkLst>
            <pc:docMk/>
            <pc:sldMk cId="663117724" sldId="256"/>
            <ac:spMk id="37" creationId="{8874A6A9-41FF-4E33-AFA8-F9F81436A59E}"/>
          </ac:spMkLst>
        </pc:spChg>
        <pc:grpChg chg="add del">
          <ac:chgData name="Daniel Austin" userId="4cc50ab0-1a34-4b5d-a616-be45af80ebe2" providerId="ADAL" clId="{6EC0F13D-5358-5C02-94B4-0BF751DC74DC}" dt="2026-04-19T01:26:53.142" v="56"/>
          <ac:grpSpMkLst>
            <pc:docMk/>
            <pc:sldMk cId="663117724" sldId="256"/>
            <ac:grpSpMk id="38" creationId="{721D730E-1F97-4071-B143-B05E6D2599BC}"/>
          </ac:grpSpMkLst>
        </pc:grpChg>
        <pc:picChg chg="add mod">
          <ac:chgData name="Daniel Austin" userId="4cc50ab0-1a34-4b5d-a616-be45af80ebe2" providerId="ADAL" clId="{6EC0F13D-5358-5C02-94B4-0BF751DC74DC}" dt="2026-04-19T01:24:53.047" v="39" actId="1076"/>
          <ac:picMkLst>
            <pc:docMk/>
            <pc:sldMk cId="663117724" sldId="256"/>
            <ac:picMk id="46" creationId="{872C4B6A-5EF4-0284-5078-F87B2D39F697}"/>
          </ac:picMkLst>
        </pc:picChg>
      </pc:sldChg>
      <pc:sldChg chg="addSp delSp modSp mod setBg delDesignElem">
        <pc:chgData name="Daniel Austin" userId="4cc50ab0-1a34-4b5d-a616-be45af80ebe2" providerId="ADAL" clId="{6EC0F13D-5358-5C02-94B4-0BF751DC74DC}" dt="2026-04-19T01:30:59.733" v="60"/>
        <pc:sldMkLst>
          <pc:docMk/>
          <pc:sldMk cId="1840543093" sldId="258"/>
        </pc:sldMkLst>
        <pc:spChg chg="mod">
          <ac:chgData name="Daniel Austin" userId="4cc50ab0-1a34-4b5d-a616-be45af80ebe2" providerId="ADAL" clId="{6EC0F13D-5358-5C02-94B4-0BF751DC74DC}" dt="2026-04-19T01:21:41.090" v="23" actId="26606"/>
          <ac:spMkLst>
            <pc:docMk/>
            <pc:sldMk cId="1840543093" sldId="258"/>
            <ac:spMk id="2" creationId="{7DA4A101-0C7D-98BC-B1FF-9970BF4315C2}"/>
          </ac:spMkLst>
        </pc:spChg>
      </pc:sldChg>
      <pc:sldChg chg="addSp delSp modSp mod setBg delDesignElem">
        <pc:chgData name="Daniel Austin" userId="4cc50ab0-1a34-4b5d-a616-be45af80ebe2" providerId="ADAL" clId="{6EC0F13D-5358-5C02-94B4-0BF751DC74DC}" dt="2026-04-19T01:30:59.733" v="60"/>
        <pc:sldMkLst>
          <pc:docMk/>
          <pc:sldMk cId="3926623332" sldId="260"/>
        </pc:sldMkLst>
        <pc:spChg chg="mod">
          <ac:chgData name="Daniel Austin" userId="4cc50ab0-1a34-4b5d-a616-be45af80ebe2" providerId="ADAL" clId="{6EC0F13D-5358-5C02-94B4-0BF751DC74DC}" dt="2026-04-19T01:23:05.870" v="26" actId="26606"/>
          <ac:spMkLst>
            <pc:docMk/>
            <pc:sldMk cId="3926623332" sldId="260"/>
            <ac:spMk id="2" creationId="{84D74C2D-71CF-4986-4F5E-69F1F83924B5}"/>
          </ac:spMkLst>
        </pc:spChg>
      </pc:sldChg>
      <pc:sldChg chg="addSp delSp modSp mod setBg delDesignElem">
        <pc:chgData name="Daniel Austin" userId="4cc50ab0-1a34-4b5d-a616-be45af80ebe2" providerId="ADAL" clId="{6EC0F13D-5358-5C02-94B4-0BF751DC74DC}" dt="2026-04-19T01:30:59.733" v="60"/>
        <pc:sldMkLst>
          <pc:docMk/>
          <pc:sldMk cId="232652106" sldId="265"/>
        </pc:sldMkLst>
        <pc:spChg chg="mod">
          <ac:chgData name="Daniel Austin" userId="4cc50ab0-1a34-4b5d-a616-be45af80ebe2" providerId="ADAL" clId="{6EC0F13D-5358-5C02-94B4-0BF751DC74DC}" dt="2026-04-19T01:21:55.911" v="24" actId="26606"/>
          <ac:spMkLst>
            <pc:docMk/>
            <pc:sldMk cId="232652106" sldId="265"/>
            <ac:spMk id="2" creationId="{B2958BA3-F5E3-BE07-FD03-20E8CBA512AF}"/>
          </ac:spMkLst>
        </pc:spChg>
        <pc:spChg chg="add del">
          <ac:chgData name="Daniel Austin" userId="4cc50ab0-1a34-4b5d-a616-be45af80ebe2" providerId="ADAL" clId="{6EC0F13D-5358-5C02-94B4-0BF751DC74DC}" dt="2026-04-19T01:26:53.142" v="56"/>
          <ac:spMkLst>
            <pc:docMk/>
            <pc:sldMk cId="232652106" sldId="265"/>
            <ac:spMk id="9" creationId="{A8384FB5-9ADC-4DDC-881B-597D56F5B15D}"/>
          </ac:spMkLst>
        </pc:spChg>
        <pc:spChg chg="add del">
          <ac:chgData name="Daniel Austin" userId="4cc50ab0-1a34-4b5d-a616-be45af80ebe2" providerId="ADAL" clId="{6EC0F13D-5358-5C02-94B4-0BF751DC74DC}" dt="2026-04-19T01:26:53.142" v="56"/>
          <ac:spMkLst>
            <pc:docMk/>
            <pc:sldMk cId="232652106" sldId="265"/>
            <ac:spMk id="10" creationId="{91E5A9A7-95C6-4F4F-B00E-C82E07FE62EF}"/>
          </ac:spMkLst>
        </pc:spChg>
        <pc:spChg chg="add del">
          <ac:chgData name="Daniel Austin" userId="4cc50ab0-1a34-4b5d-a616-be45af80ebe2" providerId="ADAL" clId="{6EC0F13D-5358-5C02-94B4-0BF751DC74DC}" dt="2026-04-19T01:26:53.142" v="56"/>
          <ac:spMkLst>
            <pc:docMk/>
            <pc:sldMk cId="232652106" sldId="265"/>
            <ac:spMk id="13" creationId="{D07DD2DE-F619-49DD-B5E7-03A290FF4ED1}"/>
          </ac:spMkLst>
        </pc:spChg>
        <pc:spChg chg="add del">
          <ac:chgData name="Daniel Austin" userId="4cc50ab0-1a34-4b5d-a616-be45af80ebe2" providerId="ADAL" clId="{6EC0F13D-5358-5C02-94B4-0BF751DC74DC}" dt="2026-04-19T01:26:53.142" v="56"/>
          <ac:spMkLst>
            <pc:docMk/>
            <pc:sldMk cId="232652106" sldId="265"/>
            <ac:spMk id="15" creationId="{85149191-5F60-4A28-AAFF-039F96B0F3EC}"/>
          </ac:spMkLst>
        </pc:spChg>
        <pc:spChg chg="add del">
          <ac:chgData name="Daniel Austin" userId="4cc50ab0-1a34-4b5d-a616-be45af80ebe2" providerId="ADAL" clId="{6EC0F13D-5358-5C02-94B4-0BF751DC74DC}" dt="2026-04-19T01:26:53.142" v="56"/>
          <ac:spMkLst>
            <pc:docMk/>
            <pc:sldMk cId="232652106" sldId="265"/>
            <ac:spMk id="17" creationId="{F8260ED5-17F7-4158-B241-D51DD4CF1B7E}"/>
          </ac:spMkLst>
        </pc:spChg>
      </pc:sldChg>
      <pc:sldChg chg="addSp delSp modSp mod setBg delDesignElem">
        <pc:chgData name="Daniel Austin" userId="4cc50ab0-1a34-4b5d-a616-be45af80ebe2" providerId="ADAL" clId="{6EC0F13D-5358-5C02-94B4-0BF751DC74DC}" dt="2026-04-19T01:30:59.733" v="60"/>
        <pc:sldMkLst>
          <pc:docMk/>
          <pc:sldMk cId="652764339" sldId="266"/>
        </pc:sldMkLst>
        <pc:spChg chg="mod">
          <ac:chgData name="Daniel Austin" userId="4cc50ab0-1a34-4b5d-a616-be45af80ebe2" providerId="ADAL" clId="{6EC0F13D-5358-5C02-94B4-0BF751DC74DC}" dt="2026-04-19T01:22:17.435" v="25" actId="26606"/>
          <ac:spMkLst>
            <pc:docMk/>
            <pc:sldMk cId="652764339" sldId="266"/>
            <ac:spMk id="2" creationId="{D16FF2B5-852A-EDD0-B073-AF428128E22C}"/>
          </ac:spMkLst>
        </pc:spChg>
        <pc:spChg chg="add del">
          <ac:chgData name="Daniel Austin" userId="4cc50ab0-1a34-4b5d-a616-be45af80ebe2" providerId="ADAL" clId="{6EC0F13D-5358-5C02-94B4-0BF751DC74DC}" dt="2026-04-19T01:26:53.142" v="56"/>
          <ac:spMkLst>
            <pc:docMk/>
            <pc:sldMk cId="652764339" sldId="266"/>
            <ac:spMk id="7" creationId="{A8384FB5-9ADC-4DDC-881B-597D56F5B15D}"/>
          </ac:spMkLst>
        </pc:spChg>
        <pc:spChg chg="add del">
          <ac:chgData name="Daniel Austin" userId="4cc50ab0-1a34-4b5d-a616-be45af80ebe2" providerId="ADAL" clId="{6EC0F13D-5358-5C02-94B4-0BF751DC74DC}" dt="2026-04-19T01:26:53.142" v="56"/>
          <ac:spMkLst>
            <pc:docMk/>
            <pc:sldMk cId="652764339" sldId="266"/>
            <ac:spMk id="8" creationId="{1199E1B1-A8C0-4FE8-A5A8-1CB41D69F857}"/>
          </ac:spMkLst>
        </pc:spChg>
        <pc:spChg chg="add del">
          <ac:chgData name="Daniel Austin" userId="4cc50ab0-1a34-4b5d-a616-be45af80ebe2" providerId="ADAL" clId="{6EC0F13D-5358-5C02-94B4-0BF751DC74DC}" dt="2026-04-19T01:26:53.142" v="56"/>
          <ac:spMkLst>
            <pc:docMk/>
            <pc:sldMk cId="652764339" sldId="266"/>
            <ac:spMk id="9" creationId="{84A8DE83-DE75-4B41-9DB4-A7EC0B0DEC0B}"/>
          </ac:spMkLst>
        </pc:spChg>
        <pc:spChg chg="add del">
          <ac:chgData name="Daniel Austin" userId="4cc50ab0-1a34-4b5d-a616-be45af80ebe2" providerId="ADAL" clId="{6EC0F13D-5358-5C02-94B4-0BF751DC74DC}" dt="2026-04-19T01:26:53.142" v="56"/>
          <ac:spMkLst>
            <pc:docMk/>
            <pc:sldMk cId="652764339" sldId="266"/>
            <ac:spMk id="11" creationId="{A7009A0A-BEF5-4EAC-AF15-E4F9F002E239}"/>
          </ac:spMkLst>
        </pc:spChg>
        <pc:graphicFrameChg chg="mod ord">
          <ac:chgData name="Daniel Austin" userId="4cc50ab0-1a34-4b5d-a616-be45af80ebe2" providerId="ADAL" clId="{6EC0F13D-5358-5C02-94B4-0BF751DC74DC}" dt="2026-04-19T01:22:17.435" v="25" actId="26606"/>
          <ac:graphicFrameMkLst>
            <pc:docMk/>
            <pc:sldMk cId="652764339" sldId="266"/>
            <ac:graphicFrameMk id="5" creationId="{4904E228-37A9-5E59-B124-879E5B33852B}"/>
          </ac:graphicFrameMkLst>
        </pc:graphicFrameChg>
      </pc:sldChg>
      <pc:sldChg chg="addSp modSp add mod setBg">
        <pc:chgData name="Daniel Austin" userId="4cc50ab0-1a34-4b5d-a616-be45af80ebe2" providerId="ADAL" clId="{6EC0F13D-5358-5C02-94B4-0BF751DC74DC}" dt="2026-04-19T01:33:08.339" v="72" actId="1076"/>
        <pc:sldMkLst>
          <pc:docMk/>
          <pc:sldMk cId="1073444460" sldId="276"/>
        </pc:sldMkLst>
        <pc:spChg chg="mod">
          <ac:chgData name="Daniel Austin" userId="4cc50ab0-1a34-4b5d-a616-be45af80ebe2" providerId="ADAL" clId="{6EC0F13D-5358-5C02-94B4-0BF751DC74DC}" dt="2026-04-19T01:28:57.654" v="58" actId="26606"/>
          <ac:spMkLst>
            <pc:docMk/>
            <pc:sldMk cId="1073444460" sldId="276"/>
            <ac:spMk id="2" creationId="{8DECFCFD-958D-5EB7-4D6B-24F4E5D2BBAB}"/>
          </ac:spMkLst>
        </pc:spChg>
        <pc:spChg chg="mod">
          <ac:chgData name="Daniel Austin" userId="4cc50ab0-1a34-4b5d-a616-be45af80ebe2" providerId="ADAL" clId="{6EC0F13D-5358-5C02-94B4-0BF751DC74DC}" dt="2026-04-19T01:28:35.284" v="57" actId="207"/>
          <ac:spMkLst>
            <pc:docMk/>
            <pc:sldMk cId="1073444460" sldId="276"/>
            <ac:spMk id="12" creationId="{C85338D7-8472-81F1-F35A-8C0D41FBF8FE}"/>
          </ac:spMkLst>
        </pc:spChg>
        <pc:spChg chg="mod ord">
          <ac:chgData name="Daniel Austin" userId="4cc50ab0-1a34-4b5d-a616-be45af80ebe2" providerId="ADAL" clId="{6EC0F13D-5358-5C02-94B4-0BF751DC74DC}" dt="2026-04-19T01:28:57.654" v="58" actId="26606"/>
          <ac:spMkLst>
            <pc:docMk/>
            <pc:sldMk cId="1073444460" sldId="276"/>
            <ac:spMk id="13" creationId="{E7ED3EB9-872A-1FFC-3B58-A6B736C98A20}"/>
          </ac:spMkLst>
        </pc:spChg>
        <pc:spChg chg="add">
          <ac:chgData name="Daniel Austin" userId="4cc50ab0-1a34-4b5d-a616-be45af80ebe2" providerId="ADAL" clId="{6EC0F13D-5358-5C02-94B4-0BF751DC74DC}" dt="2026-04-19T01:28:57.654" v="58" actId="26606"/>
          <ac:spMkLst>
            <pc:docMk/>
            <pc:sldMk cId="1073444460" sldId="276"/>
            <ac:spMk id="18" creationId="{EDC07B27-4E3C-4BCF-ABDB-6AA72857C058}"/>
          </ac:spMkLst>
        </pc:spChg>
        <pc:spChg chg="add">
          <ac:chgData name="Daniel Austin" userId="4cc50ab0-1a34-4b5d-a616-be45af80ebe2" providerId="ADAL" clId="{6EC0F13D-5358-5C02-94B4-0BF751DC74DC}" dt="2026-04-19T01:28:57.654" v="58" actId="26606"/>
          <ac:spMkLst>
            <pc:docMk/>
            <pc:sldMk cId="1073444460" sldId="276"/>
            <ac:spMk id="20" creationId="{83D11BE6-2A04-4DBB-842D-88602B5EC728}"/>
          </ac:spMkLst>
        </pc:spChg>
        <pc:spChg chg="add">
          <ac:chgData name="Daniel Austin" userId="4cc50ab0-1a34-4b5d-a616-be45af80ebe2" providerId="ADAL" clId="{6EC0F13D-5358-5C02-94B4-0BF751DC74DC}" dt="2026-04-19T01:28:57.654" v="58" actId="26606"/>
          <ac:spMkLst>
            <pc:docMk/>
            <pc:sldMk cId="1073444460" sldId="276"/>
            <ac:spMk id="22" creationId="{2A05E02A-9AA9-45EC-B87B-B46F043F3F97}"/>
          </ac:spMkLst>
        </pc:spChg>
        <pc:spChg chg="add">
          <ac:chgData name="Daniel Austin" userId="4cc50ab0-1a34-4b5d-a616-be45af80ebe2" providerId="ADAL" clId="{6EC0F13D-5358-5C02-94B4-0BF751DC74DC}" dt="2026-04-19T01:28:57.654" v="58" actId="26606"/>
          <ac:spMkLst>
            <pc:docMk/>
            <pc:sldMk cId="1073444460" sldId="276"/>
            <ac:spMk id="24" creationId="{0E91EDBA-E8E0-4575-8147-B700345215CE}"/>
          </ac:spMkLst>
        </pc:spChg>
        <pc:spChg chg="add">
          <ac:chgData name="Daniel Austin" userId="4cc50ab0-1a34-4b5d-a616-be45af80ebe2" providerId="ADAL" clId="{6EC0F13D-5358-5C02-94B4-0BF751DC74DC}" dt="2026-04-19T01:28:57.654" v="58" actId="26606"/>
          <ac:spMkLst>
            <pc:docMk/>
            <pc:sldMk cId="1073444460" sldId="276"/>
            <ac:spMk id="26" creationId="{DFEE4473-A122-4E96-8C31-B4C5AAA274FD}"/>
          </ac:spMkLst>
        </pc:spChg>
        <pc:grpChg chg="mod">
          <ac:chgData name="Daniel Austin" userId="4cc50ab0-1a34-4b5d-a616-be45af80ebe2" providerId="ADAL" clId="{6EC0F13D-5358-5C02-94B4-0BF751DC74DC}" dt="2026-04-19T01:32:43.304" v="70" actId="1076"/>
          <ac:grpSpMkLst>
            <pc:docMk/>
            <pc:sldMk cId="1073444460" sldId="276"/>
            <ac:grpSpMk id="4" creationId="{29D0D190-26FA-B607-612A-3AFDA829AC26}"/>
          </ac:grpSpMkLst>
        </pc:grpChg>
        <pc:grpChg chg="mod">
          <ac:chgData name="Daniel Austin" userId="4cc50ab0-1a34-4b5d-a616-be45af80ebe2" providerId="ADAL" clId="{6EC0F13D-5358-5C02-94B4-0BF751DC74DC}" dt="2026-04-19T01:33:08.339" v="72" actId="1076"/>
          <ac:grpSpMkLst>
            <pc:docMk/>
            <pc:sldMk cId="1073444460" sldId="276"/>
            <ac:grpSpMk id="5" creationId="{7200C015-36CA-478B-E33F-5E8076958465}"/>
          </ac:grpSpMkLst>
        </pc:grpChg>
        <pc:grpChg chg="mod">
          <ac:chgData name="Daniel Austin" userId="4cc50ab0-1a34-4b5d-a616-be45af80ebe2" providerId="ADAL" clId="{6EC0F13D-5358-5C02-94B4-0BF751DC74DC}" dt="2026-04-19T01:32:56.725" v="71" actId="1076"/>
          <ac:grpSpMkLst>
            <pc:docMk/>
            <pc:sldMk cId="1073444460" sldId="276"/>
            <ac:grpSpMk id="6" creationId="{E8B2BCC7-492A-2F5D-3F0C-3A41962A8E27}"/>
          </ac:grpSpMkLst>
        </pc:grpChg>
      </pc:sldChg>
      <pc:sldChg chg="addSp delSp modSp add mod delAnim">
        <pc:chgData name="Daniel Austin" userId="4cc50ab0-1a34-4b5d-a616-be45af80ebe2" providerId="ADAL" clId="{6EC0F13D-5358-5C02-94B4-0BF751DC74DC}" dt="2026-04-19T01:32:01.173" v="67" actId="120"/>
        <pc:sldMkLst>
          <pc:docMk/>
          <pc:sldMk cId="527625022" sldId="277"/>
        </pc:sldMkLst>
        <pc:spChg chg="add mod">
          <ac:chgData name="Daniel Austin" userId="4cc50ab0-1a34-4b5d-a616-be45af80ebe2" providerId="ADAL" clId="{6EC0F13D-5358-5C02-94B4-0BF751DC74DC}" dt="2026-04-19T01:31:38.383" v="65"/>
          <ac:spMkLst>
            <pc:docMk/>
            <pc:sldMk cId="527625022" sldId="277"/>
            <ac:spMk id="9" creationId="{E0268F36-2D21-3123-2F51-C769C9CCE6C5}"/>
          </ac:spMkLst>
        </pc:spChg>
        <pc:spChg chg="add mod">
          <ac:chgData name="Daniel Austin" userId="4cc50ab0-1a34-4b5d-a616-be45af80ebe2" providerId="ADAL" clId="{6EC0F13D-5358-5C02-94B4-0BF751DC74DC}" dt="2026-04-19T01:31:38.383" v="65"/>
          <ac:spMkLst>
            <pc:docMk/>
            <pc:sldMk cId="527625022" sldId="277"/>
            <ac:spMk id="21" creationId="{6FE648A2-BFBF-1F6D-C577-9F6EC9FC3466}"/>
          </ac:spMkLst>
        </pc:spChg>
        <pc:spChg chg="add mod">
          <ac:chgData name="Daniel Austin" userId="4cc50ab0-1a34-4b5d-a616-be45af80ebe2" providerId="ADAL" clId="{6EC0F13D-5358-5C02-94B4-0BF751DC74DC}" dt="2026-04-19T01:31:38.383" v="65"/>
          <ac:spMkLst>
            <pc:docMk/>
            <pc:sldMk cId="527625022" sldId="277"/>
            <ac:spMk id="24" creationId="{B4AF1218-FB42-C644-F51B-1AFFCF51C873}"/>
          </ac:spMkLst>
        </pc:spChg>
        <pc:spChg chg="add mod">
          <ac:chgData name="Daniel Austin" userId="4cc50ab0-1a34-4b5d-a616-be45af80ebe2" providerId="ADAL" clId="{6EC0F13D-5358-5C02-94B4-0BF751DC74DC}" dt="2026-04-19T01:31:38.383" v="65"/>
          <ac:spMkLst>
            <pc:docMk/>
            <pc:sldMk cId="527625022" sldId="277"/>
            <ac:spMk id="29" creationId="{07825BF3-EE5E-AB52-22DF-69EE296FE926}"/>
          </ac:spMkLst>
        </pc:spChg>
        <pc:spChg chg="add mod">
          <ac:chgData name="Daniel Austin" userId="4cc50ab0-1a34-4b5d-a616-be45af80ebe2" providerId="ADAL" clId="{6EC0F13D-5358-5C02-94B4-0BF751DC74DC}" dt="2026-04-19T01:31:38.383" v="65"/>
          <ac:spMkLst>
            <pc:docMk/>
            <pc:sldMk cId="527625022" sldId="277"/>
            <ac:spMk id="30" creationId="{2022F8AE-3DFC-23EF-540B-697142D50D8A}"/>
          </ac:spMkLst>
        </pc:spChg>
        <pc:spChg chg="add mod">
          <ac:chgData name="Daniel Austin" userId="4cc50ab0-1a34-4b5d-a616-be45af80ebe2" providerId="ADAL" clId="{6EC0F13D-5358-5C02-94B4-0BF751DC74DC}" dt="2026-04-19T01:31:38.383" v="65"/>
          <ac:spMkLst>
            <pc:docMk/>
            <pc:sldMk cId="527625022" sldId="277"/>
            <ac:spMk id="31" creationId="{E32806D1-E06B-8AD0-D71F-CB274734549E}"/>
          </ac:spMkLst>
        </pc:spChg>
        <pc:spChg chg="add mod">
          <ac:chgData name="Daniel Austin" userId="4cc50ab0-1a34-4b5d-a616-be45af80ebe2" providerId="ADAL" clId="{6EC0F13D-5358-5C02-94B4-0BF751DC74DC}" dt="2026-04-19T01:31:38.383" v="65"/>
          <ac:spMkLst>
            <pc:docMk/>
            <pc:sldMk cId="527625022" sldId="277"/>
            <ac:spMk id="33" creationId="{1AA8097C-D26A-B6D1-6CF6-43B893F9E785}"/>
          </ac:spMkLst>
        </pc:spChg>
        <pc:spChg chg="add mod">
          <ac:chgData name="Daniel Austin" userId="4cc50ab0-1a34-4b5d-a616-be45af80ebe2" providerId="ADAL" clId="{6EC0F13D-5358-5C02-94B4-0BF751DC74DC}" dt="2026-04-19T01:31:38.383" v="65"/>
          <ac:spMkLst>
            <pc:docMk/>
            <pc:sldMk cId="527625022" sldId="277"/>
            <ac:spMk id="34" creationId="{0F07B784-EAD9-7A89-D62D-D78024A5A8F4}"/>
          </ac:spMkLst>
        </pc:spChg>
        <pc:spChg chg="add mod">
          <ac:chgData name="Daniel Austin" userId="4cc50ab0-1a34-4b5d-a616-be45af80ebe2" providerId="ADAL" clId="{6EC0F13D-5358-5C02-94B4-0BF751DC74DC}" dt="2026-04-19T01:31:38.383" v="65"/>
          <ac:spMkLst>
            <pc:docMk/>
            <pc:sldMk cId="527625022" sldId="277"/>
            <ac:spMk id="36" creationId="{EE2F1B06-84E1-4C22-7BC9-188585D11754}"/>
          </ac:spMkLst>
        </pc:spChg>
        <pc:spChg chg="add mod">
          <ac:chgData name="Daniel Austin" userId="4cc50ab0-1a34-4b5d-a616-be45af80ebe2" providerId="ADAL" clId="{6EC0F13D-5358-5C02-94B4-0BF751DC74DC}" dt="2026-04-19T01:31:38.383" v="65"/>
          <ac:spMkLst>
            <pc:docMk/>
            <pc:sldMk cId="527625022" sldId="277"/>
            <ac:spMk id="42" creationId="{934B397F-1B29-E265-B89F-9B7B090E050B}"/>
          </ac:spMkLst>
        </pc:spChg>
        <pc:spChg chg="add mod">
          <ac:chgData name="Daniel Austin" userId="4cc50ab0-1a34-4b5d-a616-be45af80ebe2" providerId="ADAL" clId="{6EC0F13D-5358-5C02-94B4-0BF751DC74DC}" dt="2026-04-19T01:32:01.173" v="67" actId="120"/>
          <ac:spMkLst>
            <pc:docMk/>
            <pc:sldMk cId="527625022" sldId="277"/>
            <ac:spMk id="44" creationId="{0D028D45-41D9-57B2-8E3D-B6BF28655691}"/>
          </ac:spMkLst>
        </pc:spChg>
      </pc:sldChg>
      <pc:sldMasterChg chg="setBg">
        <pc:chgData name="Daniel Austin" userId="4cc50ab0-1a34-4b5d-a616-be45af80ebe2" providerId="ADAL" clId="{6EC0F13D-5358-5C02-94B4-0BF751DC74DC}" dt="2026-04-19T01:30:59.733" v="60"/>
        <pc:sldMasterMkLst>
          <pc:docMk/>
          <pc:sldMasterMk cId="2684319209" sldId="2147483672"/>
        </pc:sldMasterMkLst>
      </pc:sldMasterChg>
    </pc:docChg>
  </pc:docChgLst>
  <pc:docChgLst>
    <pc:chgData name="Guest User" userId="S::urn:spo:tenantanon#7d1de448-4e16-423d-8eda-400153b7ef04::" providerId="AD" clId="Web-{CC55A58F-76E1-3FEC-B03D-FD297C647E12}"/>
    <pc:docChg chg="addSld delSld modSld">
      <pc:chgData name="Guest User" userId="S::urn:spo:tenantanon#7d1de448-4e16-423d-8eda-400153b7ef04::" providerId="AD" clId="Web-{CC55A58F-76E1-3FEC-B03D-FD297C647E12}" dt="2026-04-18T21:59:02.691" v="18" actId="1076"/>
      <pc:docMkLst>
        <pc:docMk/>
      </pc:docMkLst>
      <pc:sldChg chg="addSp modSp">
        <pc:chgData name="Guest User" userId="S::urn:spo:tenantanon#7d1de448-4e16-423d-8eda-400153b7ef04::" providerId="AD" clId="Web-{CC55A58F-76E1-3FEC-B03D-FD297C647E12}" dt="2026-04-18T21:59:02.691" v="18" actId="1076"/>
        <pc:sldMkLst>
          <pc:docMk/>
          <pc:sldMk cId="652764339" sldId="266"/>
        </pc:sldMkLst>
        <pc:spChg chg="add mod">
          <ac:chgData name="Guest User" userId="S::urn:spo:tenantanon#7d1de448-4e16-423d-8eda-400153b7ef04::" providerId="AD" clId="Web-{CC55A58F-76E1-3FEC-B03D-FD297C647E12}" dt="2026-04-18T21:59:02.691" v="18" actId="1076"/>
          <ac:spMkLst>
            <pc:docMk/>
            <pc:sldMk cId="652764339" sldId="266"/>
            <ac:spMk id="2" creationId="{D16FF2B5-852A-EDD0-B073-AF428128E22C}"/>
          </ac:spMkLst>
        </pc:spChg>
      </pc:sldChg>
    </pc:docChg>
  </pc:docChgLst>
  <pc:docChgLst>
    <pc:chgData name="Guest User" userId="S::urn:spo:tenantanon#7d1de448-4e16-423d-8eda-400153b7ef04::" providerId="AD" clId="Web-{12B49DF2-8949-FC05-6544-F42B8FA7061F}"/>
    <pc:docChg chg="addSld modSld">
      <pc:chgData name="Guest User" userId="S::urn:spo:tenantanon#7d1de448-4e16-423d-8eda-400153b7ef04::" providerId="AD" clId="Web-{12B49DF2-8949-FC05-6544-F42B8FA7061F}" dt="2026-05-03T21:31:09.506" v="471"/>
      <pc:docMkLst>
        <pc:docMk/>
      </pc:docMkLst>
      <pc:sldChg chg="modSp">
        <pc:chgData name="Guest User" userId="S::urn:spo:tenantanon#7d1de448-4e16-423d-8eda-400153b7ef04::" providerId="AD" clId="Web-{12B49DF2-8949-FC05-6544-F42B8FA7061F}" dt="2026-05-03T21:19:21.696" v="270" actId="20577"/>
        <pc:sldMkLst>
          <pc:docMk/>
          <pc:sldMk cId="1840543093" sldId="258"/>
        </pc:sldMkLst>
        <pc:spChg chg="mod">
          <ac:chgData name="Guest User" userId="S::urn:spo:tenantanon#7d1de448-4e16-423d-8eda-400153b7ef04::" providerId="AD" clId="Web-{12B49DF2-8949-FC05-6544-F42B8FA7061F}" dt="2026-05-03T21:19:21.696" v="270" actId="20577"/>
          <ac:spMkLst>
            <pc:docMk/>
            <pc:sldMk cId="1840543093" sldId="258"/>
            <ac:spMk id="5" creationId="{EB21D8C8-8285-C4F3-DC36-7CD06DCDD47C}"/>
          </ac:spMkLst>
        </pc:spChg>
      </pc:sldChg>
      <pc:sldChg chg="delSp modSp">
        <pc:chgData name="Guest User" userId="S::urn:spo:tenantanon#7d1de448-4e16-423d-8eda-400153b7ef04::" providerId="AD" clId="Web-{12B49DF2-8949-FC05-6544-F42B8FA7061F}" dt="2026-05-03T21:28:55.491" v="463" actId="14100"/>
        <pc:sldMkLst>
          <pc:docMk/>
          <pc:sldMk cId="3926623332" sldId="260"/>
        </pc:sldMkLst>
        <pc:spChg chg="mod">
          <ac:chgData name="Guest User" userId="S::urn:spo:tenantanon#7d1de448-4e16-423d-8eda-400153b7ef04::" providerId="AD" clId="Web-{12B49DF2-8949-FC05-6544-F42B8FA7061F}" dt="2026-05-03T21:28:43.303" v="462" actId="1076"/>
          <ac:spMkLst>
            <pc:docMk/>
            <pc:sldMk cId="3926623332" sldId="260"/>
            <ac:spMk id="2" creationId="{84D74C2D-71CF-4986-4F5E-69F1F83924B5}"/>
          </ac:spMkLst>
        </pc:spChg>
        <pc:spChg chg="mod">
          <ac:chgData name="Guest User" userId="S::urn:spo:tenantanon#7d1de448-4e16-423d-8eda-400153b7ef04::" providerId="AD" clId="Web-{12B49DF2-8949-FC05-6544-F42B8FA7061F}" dt="2026-05-03T21:28:55.491" v="463" actId="14100"/>
          <ac:spMkLst>
            <pc:docMk/>
            <pc:sldMk cId="3926623332" sldId="260"/>
            <ac:spMk id="3" creationId="{496E54AF-2FE5-54A5-F419-2C41FC5F7B4A}"/>
          </ac:spMkLst>
        </pc:spChg>
        <pc:picChg chg="del">
          <ac:chgData name="Guest User" userId="S::urn:spo:tenantanon#7d1de448-4e16-423d-8eda-400153b7ef04::" providerId="AD" clId="Web-{12B49DF2-8949-FC05-6544-F42B8FA7061F}" dt="2026-05-03T21:26:54.304" v="444"/>
          <ac:picMkLst>
            <pc:docMk/>
            <pc:sldMk cId="3926623332" sldId="260"/>
            <ac:picMk id="7" creationId="{70155E33-2567-B3E9-6D21-39D80675832C}"/>
          </ac:picMkLst>
        </pc:picChg>
      </pc:sldChg>
      <pc:sldChg chg="modSp modNotes">
        <pc:chgData name="Guest User" userId="S::urn:spo:tenantanon#7d1de448-4e16-423d-8eda-400153b7ef04::" providerId="AD" clId="Web-{12B49DF2-8949-FC05-6544-F42B8FA7061F}" dt="2026-05-03T21:30:18.631" v="467"/>
        <pc:sldMkLst>
          <pc:docMk/>
          <pc:sldMk cId="232652106" sldId="265"/>
        </pc:sldMkLst>
        <pc:spChg chg="mod">
          <ac:chgData name="Guest User" userId="S::urn:spo:tenantanon#7d1de448-4e16-423d-8eda-400153b7ef04::" providerId="AD" clId="Web-{12B49DF2-8949-FC05-6544-F42B8FA7061F}" dt="2026-05-03T21:23:09.429" v="387" actId="20577"/>
          <ac:spMkLst>
            <pc:docMk/>
            <pc:sldMk cId="232652106" sldId="265"/>
            <ac:spMk id="2" creationId="{B2958BA3-F5E3-BE07-FD03-20E8CBA512AF}"/>
          </ac:spMkLst>
        </pc:spChg>
        <pc:spChg chg="mod">
          <ac:chgData name="Guest User" userId="S::urn:spo:tenantanon#7d1de448-4e16-423d-8eda-400153b7ef04::" providerId="AD" clId="Web-{12B49DF2-8949-FC05-6544-F42B8FA7061F}" dt="2026-05-03T21:23:50.867" v="402" actId="20577"/>
          <ac:spMkLst>
            <pc:docMk/>
            <pc:sldMk cId="232652106" sldId="265"/>
            <ac:spMk id="4" creationId="{2943EFDA-8AC3-4EF4-F3D5-7B06BDA6A3DD}"/>
          </ac:spMkLst>
        </pc:spChg>
      </pc:sldChg>
      <pc:sldChg chg="modSp">
        <pc:chgData name="Guest User" userId="S::urn:spo:tenantanon#7d1de448-4e16-423d-8eda-400153b7ef04::" providerId="AD" clId="Web-{12B49DF2-8949-FC05-6544-F42B8FA7061F}" dt="2026-05-03T21:22:04.726" v="372"/>
        <pc:sldMkLst>
          <pc:docMk/>
          <pc:sldMk cId="652764339" sldId="266"/>
        </pc:sldMkLst>
        <pc:graphicFrameChg chg="mod modGraphic">
          <ac:chgData name="Guest User" userId="S::urn:spo:tenantanon#7d1de448-4e16-423d-8eda-400153b7ef04::" providerId="AD" clId="Web-{12B49DF2-8949-FC05-6544-F42B8FA7061F}" dt="2026-05-03T21:22:04.726" v="372"/>
          <ac:graphicFrameMkLst>
            <pc:docMk/>
            <pc:sldMk cId="652764339" sldId="266"/>
            <ac:graphicFrameMk id="5" creationId="{4904E228-37A9-5E59-B124-879E5B33852B}"/>
          </ac:graphicFrameMkLst>
        </pc:graphicFrameChg>
      </pc:sldChg>
      <pc:sldChg chg="modSp">
        <pc:chgData name="Guest User" userId="S::urn:spo:tenantanon#7d1de448-4e16-423d-8eda-400153b7ef04::" providerId="AD" clId="Web-{12B49DF2-8949-FC05-6544-F42B8FA7061F}" dt="2026-05-03T21:15:52.009" v="102" actId="20577"/>
        <pc:sldMkLst>
          <pc:docMk/>
          <pc:sldMk cId="527625022" sldId="277"/>
        </pc:sldMkLst>
        <pc:spChg chg="mod">
          <ac:chgData name="Guest User" userId="S::urn:spo:tenantanon#7d1de448-4e16-423d-8eda-400153b7ef04::" providerId="AD" clId="Web-{12B49DF2-8949-FC05-6544-F42B8FA7061F}" dt="2026-05-03T21:15:52.009" v="102" actId="20577"/>
          <ac:spMkLst>
            <pc:docMk/>
            <pc:sldMk cId="527625022" sldId="277"/>
            <ac:spMk id="35" creationId="{44E296E5-7F6B-6F3E-E478-230815830DAF}"/>
          </ac:spMkLst>
        </pc:spChg>
      </pc:sldChg>
      <pc:sldChg chg="modSp">
        <pc:chgData name="Guest User" userId="S::urn:spo:tenantanon#7d1de448-4e16-423d-8eda-400153b7ef04::" providerId="AD" clId="Web-{12B49DF2-8949-FC05-6544-F42B8FA7061F}" dt="2026-05-03T21:21:28.758" v="322" actId="20577"/>
        <pc:sldMkLst>
          <pc:docMk/>
          <pc:sldMk cId="1544583583" sldId="278"/>
        </pc:sldMkLst>
        <pc:spChg chg="mod">
          <ac:chgData name="Guest User" userId="S::urn:spo:tenantanon#7d1de448-4e16-423d-8eda-400153b7ef04::" providerId="AD" clId="Web-{12B49DF2-8949-FC05-6544-F42B8FA7061F}" dt="2026-05-03T21:21:28.758" v="322" actId="20577"/>
          <ac:spMkLst>
            <pc:docMk/>
            <pc:sldMk cId="1544583583" sldId="278"/>
            <ac:spMk id="2" creationId="{59F52239-473C-4603-246A-AF97D17F4716}"/>
          </ac:spMkLst>
        </pc:spChg>
        <pc:spChg chg="mod">
          <ac:chgData name="Guest User" userId="S::urn:spo:tenantanon#7d1de448-4e16-423d-8eda-400153b7ef04::" providerId="AD" clId="Web-{12B49DF2-8949-FC05-6544-F42B8FA7061F}" dt="2026-05-03T21:20:41.602" v="315" actId="1076"/>
          <ac:spMkLst>
            <pc:docMk/>
            <pc:sldMk cId="1544583583" sldId="278"/>
            <ac:spMk id="5" creationId="{8520E567-2657-EC27-C696-05D5FBE2F982}"/>
          </ac:spMkLst>
        </pc:spChg>
        <pc:picChg chg="mod">
          <ac:chgData name="Guest User" userId="S::urn:spo:tenantanon#7d1de448-4e16-423d-8eda-400153b7ef04::" providerId="AD" clId="Web-{12B49DF2-8949-FC05-6544-F42B8FA7061F}" dt="2026-05-03T21:20:25.274" v="312" actId="1076"/>
          <ac:picMkLst>
            <pc:docMk/>
            <pc:sldMk cId="1544583583" sldId="278"/>
            <ac:picMk id="6" creationId="{7A014FFF-E936-52B5-C3FD-4AA4A0496AC4}"/>
          </ac:picMkLst>
        </pc:picChg>
      </pc:sldChg>
      <pc:sldChg chg="modSp">
        <pc:chgData name="Guest User" userId="S::urn:spo:tenantanon#7d1de448-4e16-423d-8eda-400153b7ef04::" providerId="AD" clId="Web-{12B49DF2-8949-FC05-6544-F42B8FA7061F}" dt="2026-05-03T21:14:33.244" v="48" actId="20577"/>
        <pc:sldMkLst>
          <pc:docMk/>
          <pc:sldMk cId="3522322463" sldId="279"/>
        </pc:sldMkLst>
        <pc:spChg chg="mod">
          <ac:chgData name="Guest User" userId="S::urn:spo:tenantanon#7d1de448-4e16-423d-8eda-400153b7ef04::" providerId="AD" clId="Web-{12B49DF2-8949-FC05-6544-F42B8FA7061F}" dt="2026-05-03T21:14:33.244" v="48" actId="20577"/>
          <ac:spMkLst>
            <pc:docMk/>
            <pc:sldMk cId="3522322463" sldId="279"/>
            <ac:spMk id="3" creationId="{1DAB23E3-498C-D4FE-9B86-3273FD823A35}"/>
          </ac:spMkLst>
        </pc:spChg>
      </pc:sldChg>
      <pc:sldChg chg="modSp new">
        <pc:chgData name="Guest User" userId="S::urn:spo:tenantanon#7d1de448-4e16-423d-8eda-400153b7ef04::" providerId="AD" clId="Web-{12B49DF2-8949-FC05-6544-F42B8FA7061F}" dt="2026-05-03T21:11:32.760" v="36" actId="20577"/>
        <pc:sldMkLst>
          <pc:docMk/>
          <pc:sldMk cId="769930310" sldId="280"/>
        </pc:sldMkLst>
        <pc:spChg chg="mod">
          <ac:chgData name="Guest User" userId="S::urn:spo:tenantanon#7d1de448-4e16-423d-8eda-400153b7ef04::" providerId="AD" clId="Web-{12B49DF2-8949-FC05-6544-F42B8FA7061F}" dt="2026-05-03T21:11:27.119" v="29" actId="20577"/>
          <ac:spMkLst>
            <pc:docMk/>
            <pc:sldMk cId="769930310" sldId="280"/>
            <ac:spMk id="2" creationId="{E0D7B2BA-6F00-B1A5-BA35-82E3C5F6C49C}"/>
          </ac:spMkLst>
        </pc:spChg>
        <pc:spChg chg="mod">
          <ac:chgData name="Guest User" userId="S::urn:spo:tenantanon#7d1de448-4e16-423d-8eda-400153b7ef04::" providerId="AD" clId="Web-{12B49DF2-8949-FC05-6544-F42B8FA7061F}" dt="2026-05-03T21:11:32.760" v="36" actId="20577"/>
          <ac:spMkLst>
            <pc:docMk/>
            <pc:sldMk cId="769930310" sldId="280"/>
            <ac:spMk id="3" creationId="{74CA4928-4996-26E1-E2B0-19C820050A7E}"/>
          </ac:spMkLst>
        </pc:spChg>
      </pc:sldChg>
      <pc:sldChg chg="modSp modNotes">
        <pc:chgData name="Guest User" userId="S::urn:spo:tenantanon#7d1de448-4e16-423d-8eda-400153b7ef04::" providerId="AD" clId="Web-{12B49DF2-8949-FC05-6544-F42B8FA7061F}" dt="2026-05-03T21:31:09.506" v="471"/>
        <pc:sldMkLst>
          <pc:docMk/>
          <pc:sldMk cId="2364213921" sldId="281"/>
        </pc:sldMkLst>
        <pc:spChg chg="mod">
          <ac:chgData name="Guest User" userId="S::urn:spo:tenantanon#7d1de448-4e16-423d-8eda-400153b7ef04::" providerId="AD" clId="Web-{12B49DF2-8949-FC05-6544-F42B8FA7061F}" dt="2026-05-03T21:25:45.679" v="433" actId="1076"/>
          <ac:spMkLst>
            <pc:docMk/>
            <pc:sldMk cId="2364213921" sldId="281"/>
            <ac:spMk id="2" creationId="{FCE2ECCF-FC3D-2EBC-86D7-73C2C84D5433}"/>
          </ac:spMkLst>
        </pc:spChg>
        <pc:spChg chg="mod">
          <ac:chgData name="Guest User" userId="S::urn:spo:tenantanon#7d1de448-4e16-423d-8eda-400153b7ef04::" providerId="AD" clId="Web-{12B49DF2-8949-FC05-6544-F42B8FA7061F}" dt="2026-05-03T21:26:20.288" v="442" actId="20577"/>
          <ac:spMkLst>
            <pc:docMk/>
            <pc:sldMk cId="2364213921" sldId="281"/>
            <ac:spMk id="3" creationId="{564BD65A-8469-E0CF-7D54-F38ABADF618D}"/>
          </ac:spMkLst>
        </pc:spChg>
        <pc:picChg chg="mod">
          <ac:chgData name="Guest User" userId="S::urn:spo:tenantanon#7d1de448-4e16-423d-8eda-400153b7ef04::" providerId="AD" clId="Web-{12B49DF2-8949-FC05-6544-F42B8FA7061F}" dt="2026-05-03T21:25:49.976" v="434" actId="1076"/>
          <ac:picMkLst>
            <pc:docMk/>
            <pc:sldMk cId="2364213921" sldId="281"/>
            <ac:picMk id="13" creationId="{78A3ADFD-8ABE-137C-C1D5-E47E78C99138}"/>
          </ac:picMkLst>
        </pc:picChg>
      </pc:sldChg>
    </pc:docChg>
  </pc:docChgLst>
  <pc:docChgLst>
    <pc:chgData name="Guest User" userId="S::urn:spo:tenantanon#7d1de448-4e16-423d-8eda-400153b7ef04::" providerId="AD" clId="Web-{12C9F4CB-9A4A-E8FF-F96A-80101165FE17}"/>
    <pc:docChg chg="delSld modSld sldOrd">
      <pc:chgData name="Guest User" userId="S::urn:spo:tenantanon#7d1de448-4e16-423d-8eda-400153b7ef04::" providerId="AD" clId="Web-{12C9F4CB-9A4A-E8FF-F96A-80101165FE17}" dt="2026-05-03T17:37:05.506" v="81" actId="20577"/>
      <pc:docMkLst>
        <pc:docMk/>
      </pc:docMkLst>
      <pc:sldChg chg="modNotes">
        <pc:chgData name="Guest User" userId="S::urn:spo:tenantanon#7d1de448-4e16-423d-8eda-400153b7ef04::" providerId="AD" clId="Web-{12C9F4CB-9A4A-E8FF-F96A-80101165FE17}" dt="2026-05-03T17:28:59.373" v="10"/>
        <pc:sldMkLst>
          <pc:docMk/>
          <pc:sldMk cId="1840543093" sldId="258"/>
        </pc:sldMkLst>
      </pc:sldChg>
      <pc:sldChg chg="ord modNotes">
        <pc:chgData name="Guest User" userId="S::urn:spo:tenantanon#7d1de448-4e16-423d-8eda-400153b7ef04::" providerId="AD" clId="Web-{12C9F4CB-9A4A-E8FF-F96A-80101165FE17}" dt="2026-05-03T17:35:35.303" v="46"/>
        <pc:sldMkLst>
          <pc:docMk/>
          <pc:sldMk cId="232652106" sldId="265"/>
        </pc:sldMkLst>
      </pc:sldChg>
      <pc:sldChg chg="modSp modNotes">
        <pc:chgData name="Guest User" userId="S::urn:spo:tenantanon#7d1de448-4e16-423d-8eda-400153b7ef04::" providerId="AD" clId="Web-{12C9F4CB-9A4A-E8FF-F96A-80101165FE17}" dt="2026-05-03T17:34:20.865" v="45"/>
        <pc:sldMkLst>
          <pc:docMk/>
          <pc:sldMk cId="652764339" sldId="266"/>
        </pc:sldMkLst>
        <pc:graphicFrameChg chg="mod modGraphic">
          <ac:chgData name="Guest User" userId="S::urn:spo:tenantanon#7d1de448-4e16-423d-8eda-400153b7ef04::" providerId="AD" clId="Web-{12C9F4CB-9A4A-E8FF-F96A-80101165FE17}" dt="2026-05-03T17:34:20.865" v="45"/>
          <ac:graphicFrameMkLst>
            <pc:docMk/>
            <pc:sldMk cId="652764339" sldId="266"/>
            <ac:graphicFrameMk id="5" creationId="{4904E228-37A9-5E59-B124-879E5B33852B}"/>
          </ac:graphicFrameMkLst>
        </pc:graphicFrameChg>
      </pc:sldChg>
      <pc:sldChg chg="modSp">
        <pc:chgData name="Guest User" userId="S::urn:spo:tenantanon#7d1de448-4e16-423d-8eda-400153b7ef04::" providerId="AD" clId="Web-{12C9F4CB-9A4A-E8FF-F96A-80101165FE17}" dt="2026-05-03T17:37:05.506" v="81" actId="20577"/>
        <pc:sldMkLst>
          <pc:docMk/>
          <pc:sldMk cId="527625022" sldId="277"/>
        </pc:sldMkLst>
        <pc:spChg chg="mod">
          <ac:chgData name="Guest User" userId="S::urn:spo:tenantanon#7d1de448-4e16-423d-8eda-400153b7ef04::" providerId="AD" clId="Web-{12C9F4CB-9A4A-E8FF-F96A-80101165FE17}" dt="2026-05-03T17:37:05.506" v="81" actId="20577"/>
          <ac:spMkLst>
            <pc:docMk/>
            <pc:sldMk cId="527625022" sldId="277"/>
            <ac:spMk id="35" creationId="{44E296E5-7F6B-6F3E-E478-230815830DAF}"/>
          </ac:spMkLst>
        </pc:spChg>
        <pc:spChg chg="mod">
          <ac:chgData name="Guest User" userId="S::urn:spo:tenantanon#7d1de448-4e16-423d-8eda-400153b7ef04::" providerId="AD" clId="Web-{12C9F4CB-9A4A-E8FF-F96A-80101165FE17}" dt="2026-05-03T17:36:59.959" v="71" actId="20577"/>
          <ac:spMkLst>
            <pc:docMk/>
            <pc:sldMk cId="527625022" sldId="277"/>
            <ac:spMk id="39" creationId="{A72FC4C7-C4C2-963C-CB96-0FD2875C0D87}"/>
          </ac:spMkLst>
        </pc:spChg>
      </pc:sldChg>
      <pc:sldChg chg="addSp delSp modSp modNotes">
        <pc:chgData name="Guest User" userId="S::urn:spo:tenantanon#7d1de448-4e16-423d-8eda-400153b7ef04::" providerId="AD" clId="Web-{12C9F4CB-9A4A-E8FF-F96A-80101165FE17}" dt="2026-05-03T17:33:29.077" v="41" actId="1076"/>
        <pc:sldMkLst>
          <pc:docMk/>
          <pc:sldMk cId="1544583583" sldId="278"/>
        </pc:sldMkLst>
        <pc:spChg chg="mod">
          <ac:chgData name="Guest User" userId="S::urn:spo:tenantanon#7d1de448-4e16-423d-8eda-400153b7ef04::" providerId="AD" clId="Web-{12C9F4CB-9A4A-E8FF-F96A-80101165FE17}" dt="2026-05-03T17:32:44.608" v="39"/>
          <ac:spMkLst>
            <pc:docMk/>
            <pc:sldMk cId="1544583583" sldId="278"/>
            <ac:spMk id="2" creationId="{59F52239-473C-4603-246A-AF97D17F4716}"/>
          </ac:spMkLst>
        </pc:spChg>
        <pc:spChg chg="del">
          <ac:chgData name="Guest User" userId="S::urn:spo:tenantanon#7d1de448-4e16-423d-8eda-400153b7ef04::" providerId="AD" clId="Web-{12C9F4CB-9A4A-E8FF-F96A-80101165FE17}" dt="2026-05-03T17:30:27.780" v="19"/>
          <ac:spMkLst>
            <pc:docMk/>
            <pc:sldMk cId="1544583583" sldId="278"/>
            <ac:spMk id="3" creationId="{54A738C4-FBF6-B4B8-473D-0E0C408CD374}"/>
          </ac:spMkLst>
        </pc:spChg>
        <pc:spChg chg="mod ord">
          <ac:chgData name="Guest User" userId="S::urn:spo:tenantanon#7d1de448-4e16-423d-8eda-400153b7ef04::" providerId="AD" clId="Web-{12C9F4CB-9A4A-E8FF-F96A-80101165FE17}" dt="2026-05-03T17:32:44.608" v="39"/>
          <ac:spMkLst>
            <pc:docMk/>
            <pc:sldMk cId="1544583583" sldId="278"/>
            <ac:spMk id="5" creationId="{8520E567-2657-EC27-C696-05D5FBE2F982}"/>
          </ac:spMkLst>
        </pc:spChg>
        <pc:spChg chg="add del">
          <ac:chgData name="Guest User" userId="S::urn:spo:tenantanon#7d1de448-4e16-423d-8eda-400153b7ef04::" providerId="AD" clId="Web-{12C9F4CB-9A4A-E8FF-F96A-80101165FE17}" dt="2026-05-03T17:32:09.592" v="34"/>
          <ac:spMkLst>
            <pc:docMk/>
            <pc:sldMk cId="1544583583" sldId="278"/>
            <ac:spMk id="40" creationId="{12609869-9E80-471B-A487-A53288E0E791}"/>
          </ac:spMkLst>
        </pc:spChg>
        <pc:spChg chg="add del">
          <ac:chgData name="Guest User" userId="S::urn:spo:tenantanon#7d1de448-4e16-423d-8eda-400153b7ef04::" providerId="AD" clId="Web-{12C9F4CB-9A4A-E8FF-F96A-80101165FE17}" dt="2026-05-03T17:32:09.592" v="34"/>
          <ac:spMkLst>
            <pc:docMk/>
            <pc:sldMk cId="1544583583" sldId="278"/>
            <ac:spMk id="41" creationId="{7004738A-9D34-43E8-97D2-CA0EED4F8BE0}"/>
          </ac:spMkLst>
        </pc:spChg>
        <pc:spChg chg="add del">
          <ac:chgData name="Guest User" userId="S::urn:spo:tenantanon#7d1de448-4e16-423d-8eda-400153b7ef04::" providerId="AD" clId="Web-{12C9F4CB-9A4A-E8FF-F96A-80101165FE17}" dt="2026-05-03T17:32:09.592" v="34"/>
          <ac:spMkLst>
            <pc:docMk/>
            <pc:sldMk cId="1544583583" sldId="278"/>
            <ac:spMk id="42" creationId="{B8B8D07F-F13E-443E-BA68-2D26672D76B9}"/>
          </ac:spMkLst>
        </pc:spChg>
        <pc:spChg chg="add del">
          <ac:chgData name="Guest User" userId="S::urn:spo:tenantanon#7d1de448-4e16-423d-8eda-400153b7ef04::" providerId="AD" clId="Web-{12C9F4CB-9A4A-E8FF-F96A-80101165FE17}" dt="2026-05-03T17:32:09.592" v="34"/>
          <ac:spMkLst>
            <pc:docMk/>
            <pc:sldMk cId="1544583583" sldId="278"/>
            <ac:spMk id="43" creationId="{2813A4FA-24A5-41ED-A534-3807D1B2F344}"/>
          </ac:spMkLst>
        </pc:spChg>
        <pc:spChg chg="add del">
          <ac:chgData name="Guest User" userId="S::urn:spo:tenantanon#7d1de448-4e16-423d-8eda-400153b7ef04::" providerId="AD" clId="Web-{12C9F4CB-9A4A-E8FF-F96A-80101165FE17}" dt="2026-05-03T17:32:09.592" v="34"/>
          <ac:spMkLst>
            <pc:docMk/>
            <pc:sldMk cId="1544583583" sldId="278"/>
            <ac:spMk id="44" creationId="{C3944F27-CA70-4E84-A51A-E6BF89558979}"/>
          </ac:spMkLst>
        </pc:spChg>
        <pc:spChg chg="add del">
          <ac:chgData name="Guest User" userId="S::urn:spo:tenantanon#7d1de448-4e16-423d-8eda-400153b7ef04::" providerId="AD" clId="Web-{12C9F4CB-9A4A-E8FF-F96A-80101165FE17}" dt="2026-05-03T17:31:51.530" v="27"/>
          <ac:spMkLst>
            <pc:docMk/>
            <pc:sldMk cId="1544583583" sldId="278"/>
            <ac:spMk id="49" creationId="{DBC6133C-0615-4CE4-9132-37E609A9BDFA}"/>
          </ac:spMkLst>
        </pc:spChg>
        <pc:spChg chg="add del">
          <ac:chgData name="Guest User" userId="S::urn:spo:tenantanon#7d1de448-4e16-423d-8eda-400153b7ef04::" providerId="AD" clId="Web-{12C9F4CB-9A4A-E8FF-F96A-80101165FE17}" dt="2026-05-03T17:31:51.530" v="27"/>
          <ac:spMkLst>
            <pc:docMk/>
            <pc:sldMk cId="1544583583" sldId="278"/>
            <ac:spMk id="51" creationId="{169CC832-2974-4E8D-90ED-3E2941BA7336}"/>
          </ac:spMkLst>
        </pc:spChg>
        <pc:spChg chg="add del">
          <ac:chgData name="Guest User" userId="S::urn:spo:tenantanon#7d1de448-4e16-423d-8eda-400153b7ef04::" providerId="AD" clId="Web-{12C9F4CB-9A4A-E8FF-F96A-80101165FE17}" dt="2026-05-03T17:31:51.530" v="27"/>
          <ac:spMkLst>
            <pc:docMk/>
            <pc:sldMk cId="1544583583" sldId="278"/>
            <ac:spMk id="53" creationId="{55222F96-971A-4F90-B841-6BAB416C7AC1}"/>
          </ac:spMkLst>
        </pc:spChg>
        <pc:spChg chg="add del">
          <ac:chgData name="Guest User" userId="S::urn:spo:tenantanon#7d1de448-4e16-423d-8eda-400153b7ef04::" providerId="AD" clId="Web-{12C9F4CB-9A4A-E8FF-F96A-80101165FE17}" dt="2026-05-03T17:31:51.530" v="27"/>
          <ac:spMkLst>
            <pc:docMk/>
            <pc:sldMk cId="1544583583" sldId="278"/>
            <ac:spMk id="57" creationId="{2C1BBA94-3F40-40AA-8BB9-E69E25E537C1}"/>
          </ac:spMkLst>
        </pc:spChg>
        <pc:spChg chg="add del">
          <ac:chgData name="Guest User" userId="S::urn:spo:tenantanon#7d1de448-4e16-423d-8eda-400153b7ef04::" providerId="AD" clId="Web-{12C9F4CB-9A4A-E8FF-F96A-80101165FE17}" dt="2026-05-03T17:31:57.967" v="29"/>
          <ac:spMkLst>
            <pc:docMk/>
            <pc:sldMk cId="1544583583" sldId="278"/>
            <ac:spMk id="59" creationId="{B6FACB3C-9069-4791-BC5C-0DB7CD19B853}"/>
          </ac:spMkLst>
        </pc:spChg>
        <pc:spChg chg="add del">
          <ac:chgData name="Guest User" userId="S::urn:spo:tenantanon#7d1de448-4e16-423d-8eda-400153b7ef04::" providerId="AD" clId="Web-{12C9F4CB-9A4A-E8FF-F96A-80101165FE17}" dt="2026-05-03T17:31:57.967" v="29"/>
          <ac:spMkLst>
            <pc:docMk/>
            <pc:sldMk cId="1544583583" sldId="278"/>
            <ac:spMk id="60" creationId="{71F2038E-D777-4B76-81DD-DD13EE91B9DD}"/>
          </ac:spMkLst>
        </pc:spChg>
        <pc:spChg chg="add del">
          <ac:chgData name="Guest User" userId="S::urn:spo:tenantanon#7d1de448-4e16-423d-8eda-400153b7ef04::" providerId="AD" clId="Web-{12C9F4CB-9A4A-E8FF-F96A-80101165FE17}" dt="2026-05-03T17:32:00.952" v="31"/>
          <ac:spMkLst>
            <pc:docMk/>
            <pc:sldMk cId="1544583583" sldId="278"/>
            <ac:spMk id="65" creationId="{2EB492CD-616E-47F8-933B-5E2D952A0593}"/>
          </ac:spMkLst>
        </pc:spChg>
        <pc:spChg chg="add del">
          <ac:chgData name="Guest User" userId="S::urn:spo:tenantanon#7d1de448-4e16-423d-8eda-400153b7ef04::" providerId="AD" clId="Web-{12C9F4CB-9A4A-E8FF-F96A-80101165FE17}" dt="2026-05-03T17:32:00.952" v="31"/>
          <ac:spMkLst>
            <pc:docMk/>
            <pc:sldMk cId="1544583583" sldId="278"/>
            <ac:spMk id="66" creationId="{59383CF9-23B5-4335-9B21-1791C4CF1C75}"/>
          </ac:spMkLst>
        </pc:spChg>
        <pc:spChg chg="add del">
          <ac:chgData name="Guest User" userId="S::urn:spo:tenantanon#7d1de448-4e16-423d-8eda-400153b7ef04::" providerId="AD" clId="Web-{12C9F4CB-9A4A-E8FF-F96A-80101165FE17}" dt="2026-05-03T17:32:00.952" v="31"/>
          <ac:spMkLst>
            <pc:docMk/>
            <pc:sldMk cId="1544583583" sldId="278"/>
            <ac:spMk id="67" creationId="{0007FE00-9498-4706-B255-6437B0252C02}"/>
          </ac:spMkLst>
        </pc:spChg>
        <pc:spChg chg="add del">
          <ac:chgData name="Guest User" userId="S::urn:spo:tenantanon#7d1de448-4e16-423d-8eda-400153b7ef04::" providerId="AD" clId="Web-{12C9F4CB-9A4A-E8FF-F96A-80101165FE17}" dt="2026-05-03T17:32:09.592" v="33"/>
          <ac:spMkLst>
            <pc:docMk/>
            <pc:sldMk cId="1544583583" sldId="278"/>
            <ac:spMk id="69" creationId="{743AA782-23D1-4521-8CAD-47662984AA08}"/>
          </ac:spMkLst>
        </pc:spChg>
        <pc:spChg chg="add del">
          <ac:chgData name="Guest User" userId="S::urn:spo:tenantanon#7d1de448-4e16-423d-8eda-400153b7ef04::" providerId="AD" clId="Web-{12C9F4CB-9A4A-E8FF-F96A-80101165FE17}" dt="2026-05-03T17:32:09.592" v="33"/>
          <ac:spMkLst>
            <pc:docMk/>
            <pc:sldMk cId="1544583583" sldId="278"/>
            <ac:spMk id="70" creationId="{71877DBC-BB60-40F0-AC93-2ACDBAAE60CE}"/>
          </ac:spMkLst>
        </pc:spChg>
        <pc:spChg chg="add del">
          <ac:chgData name="Guest User" userId="S::urn:spo:tenantanon#7d1de448-4e16-423d-8eda-400153b7ef04::" providerId="AD" clId="Web-{12C9F4CB-9A4A-E8FF-F96A-80101165FE17}" dt="2026-05-03T17:32:44.608" v="39"/>
          <ac:spMkLst>
            <pc:docMk/>
            <pc:sldMk cId="1544583583" sldId="278"/>
            <ac:spMk id="72" creationId="{B6FACB3C-9069-4791-BC5C-0DB7CD19B853}"/>
          </ac:spMkLst>
        </pc:spChg>
        <pc:spChg chg="add del">
          <ac:chgData name="Guest User" userId="S::urn:spo:tenantanon#7d1de448-4e16-423d-8eda-400153b7ef04::" providerId="AD" clId="Web-{12C9F4CB-9A4A-E8FF-F96A-80101165FE17}" dt="2026-05-03T17:32:44.608" v="39"/>
          <ac:spMkLst>
            <pc:docMk/>
            <pc:sldMk cId="1544583583" sldId="278"/>
            <ac:spMk id="73" creationId="{71F2038E-D777-4B76-81DD-DD13EE91B9DD}"/>
          </ac:spMkLst>
        </pc:spChg>
        <pc:grpChg chg="del">
          <ac:chgData name="Guest User" userId="S::urn:spo:tenantanon#7d1de448-4e16-423d-8eda-400153b7ef04::" providerId="AD" clId="Web-{12C9F4CB-9A4A-E8FF-F96A-80101165FE17}" dt="2026-05-03T17:32:44.608" v="39"/>
          <ac:grpSpMkLst>
            <pc:docMk/>
            <pc:sldMk cId="1544583583" sldId="278"/>
            <ac:grpSpMk id="74" creationId="{DD354807-230F-4402-B1B9-F733A8F1F190}"/>
          </ac:grpSpMkLst>
        </pc:grpChg>
        <pc:grpChg chg="add">
          <ac:chgData name="Guest User" userId="S::urn:spo:tenantanon#7d1de448-4e16-423d-8eda-400153b7ef04::" providerId="AD" clId="Web-{12C9F4CB-9A4A-E8FF-F96A-80101165FE17}" dt="2026-05-03T17:32:44.608" v="39"/>
          <ac:grpSpMkLst>
            <pc:docMk/>
            <pc:sldMk cId="1544583583" sldId="278"/>
            <ac:grpSpMk id="81" creationId="{6258F736-B256-8039-9DC6-F4E49A5C5AD5}"/>
          </ac:grpSpMkLst>
        </pc:grpChg>
        <pc:picChg chg="mod">
          <ac:chgData name="Guest User" userId="S::urn:spo:tenantanon#7d1de448-4e16-423d-8eda-400153b7ef04::" providerId="AD" clId="Web-{12C9F4CB-9A4A-E8FF-F96A-80101165FE17}" dt="2026-05-03T17:33:29.077" v="41" actId="1076"/>
          <ac:picMkLst>
            <pc:docMk/>
            <pc:sldMk cId="1544583583" sldId="278"/>
            <ac:picMk id="6" creationId="{7A014FFF-E936-52B5-C3FD-4AA4A0496AC4}"/>
          </ac:picMkLst>
        </pc:picChg>
      </pc:sldChg>
      <pc:sldChg chg="del">
        <pc:chgData name="Guest User" userId="S::urn:spo:tenantanon#7d1de448-4e16-423d-8eda-400153b7ef04::" providerId="AD" clId="Web-{12C9F4CB-9A4A-E8FF-F96A-80101165FE17}" dt="2026-05-03T16:47:06.935" v="2"/>
        <pc:sldMkLst>
          <pc:docMk/>
          <pc:sldMk cId="1553354488" sldId="281"/>
        </pc:sldMkLst>
      </pc:sldChg>
    </pc:docChg>
  </pc:docChgLst>
  <pc:docChgLst>
    <pc:chgData name="Guest User" userId="S::urn:spo:tenantanon#7d1de448-4e16-423d-8eda-400153b7ef04::" providerId="AD" clId="Web-{965EBA70-AA59-CAE5-4523-68BEB570FBC6}"/>
    <pc:docChg chg="addSld modSld">
      <pc:chgData name="Guest User" userId="S::urn:spo:tenantanon#7d1de448-4e16-423d-8eda-400153b7ef04::" providerId="AD" clId="Web-{965EBA70-AA59-CAE5-4523-68BEB570FBC6}" dt="2026-04-18T21:57:16.515" v="82"/>
      <pc:docMkLst>
        <pc:docMk/>
      </pc:docMkLst>
      <pc:sldChg chg="addSp delSp modSp mod setBg">
        <pc:chgData name="Guest User" userId="S::urn:spo:tenantanon#7d1de448-4e16-423d-8eda-400153b7ef04::" providerId="AD" clId="Web-{965EBA70-AA59-CAE5-4523-68BEB570FBC6}" dt="2026-04-18T21:51:56.533" v="8" actId="1076"/>
        <pc:sldMkLst>
          <pc:docMk/>
          <pc:sldMk cId="1840543093" sldId="258"/>
        </pc:sldMkLst>
        <pc:spChg chg="mod">
          <ac:chgData name="Guest User" userId="S::urn:spo:tenantanon#7d1de448-4e16-423d-8eda-400153b7ef04::" providerId="AD" clId="Web-{965EBA70-AA59-CAE5-4523-68BEB570FBC6}" dt="2026-04-18T21:51:56.533" v="8" actId="1076"/>
          <ac:spMkLst>
            <pc:docMk/>
            <pc:sldMk cId="1840543093" sldId="258"/>
            <ac:spMk id="2" creationId="{7DA4A101-0C7D-98BC-B1FF-9970BF4315C2}"/>
          </ac:spMkLst>
        </pc:spChg>
      </pc:sldChg>
      <pc:sldChg chg="modSp">
        <pc:chgData name="Guest User" userId="S::urn:spo:tenantanon#7d1de448-4e16-423d-8eda-400153b7ef04::" providerId="AD" clId="Web-{965EBA70-AA59-CAE5-4523-68BEB570FBC6}" dt="2026-04-18T21:52:37.064" v="14" actId="14100"/>
        <pc:sldMkLst>
          <pc:docMk/>
          <pc:sldMk cId="232652106" sldId="265"/>
        </pc:sldMkLst>
      </pc:sldChg>
      <pc:sldChg chg="addSp delSp modSp new mod setBg">
        <pc:chgData name="Guest User" userId="S::urn:spo:tenantanon#7d1de448-4e16-423d-8eda-400153b7ef04::" providerId="AD" clId="Web-{965EBA70-AA59-CAE5-4523-68BEB570FBC6}" dt="2026-04-18T21:57:16.515" v="82"/>
        <pc:sldMkLst>
          <pc:docMk/>
          <pc:sldMk cId="652764339" sldId="266"/>
        </pc:sldMkLst>
        <pc:graphicFrameChg chg="add mod ord modGraphic">
          <ac:chgData name="Guest User" userId="S::urn:spo:tenantanon#7d1de448-4e16-423d-8eda-400153b7ef04::" providerId="AD" clId="Web-{965EBA70-AA59-CAE5-4523-68BEB570FBC6}" dt="2026-04-18T21:57:16.515" v="82"/>
          <ac:graphicFrameMkLst>
            <pc:docMk/>
            <pc:sldMk cId="652764339" sldId="266"/>
            <ac:graphicFrameMk id="5" creationId="{4904E228-37A9-5E59-B124-879E5B33852B}"/>
          </ac:graphicFrameMkLst>
        </pc:graphicFrameChg>
      </pc:sldChg>
    </pc:docChg>
  </pc:docChgLst>
  <pc:docChgLst>
    <pc:chgData name="Alex Hildreth" userId="S::ah274852@my.stchas.edu::85cb145d-a94f-42a7-bc77-b26c22435dc3" providerId="AD" clId="Web-{3DC44E0D-CB56-6361-CD98-3D2827AADF0B}"/>
    <pc:docChg chg="modSld">
      <pc:chgData name="Alex Hildreth" userId="S::ah274852@my.stchas.edu::85cb145d-a94f-42a7-bc77-b26c22435dc3" providerId="AD" clId="Web-{3DC44E0D-CB56-6361-CD98-3D2827AADF0B}" dt="2026-05-03T21:31:42.761" v="7"/>
      <pc:docMkLst>
        <pc:docMk/>
      </pc:docMkLst>
      <pc:sldChg chg="addSp modSp">
        <pc:chgData name="Alex Hildreth" userId="S::ah274852@my.stchas.edu::85cb145d-a94f-42a7-bc77-b26c22435dc3" providerId="AD" clId="Web-{3DC44E0D-CB56-6361-CD98-3D2827AADF0B}" dt="2026-05-03T21:27:25.946" v="2" actId="14100"/>
        <pc:sldMkLst>
          <pc:docMk/>
          <pc:sldMk cId="3926623332" sldId="260"/>
        </pc:sldMkLst>
        <pc:picChg chg="add mod">
          <ac:chgData name="Alex Hildreth" userId="S::ah274852@my.stchas.edu::85cb145d-a94f-42a7-bc77-b26c22435dc3" providerId="AD" clId="Web-{3DC44E0D-CB56-6361-CD98-3D2827AADF0B}" dt="2026-05-03T21:27:25.946" v="2" actId="14100"/>
          <ac:picMkLst>
            <pc:docMk/>
            <pc:sldMk cId="3926623332" sldId="260"/>
            <ac:picMk id="8" creationId="{DB4E9CA7-FD10-13FF-E089-74B59DD0180F}"/>
          </ac:picMkLst>
        </pc:picChg>
      </pc:sldChg>
      <pc:sldChg chg="modSp">
        <pc:chgData name="Alex Hildreth" userId="S::ah274852@my.stchas.edu::85cb145d-a94f-42a7-bc77-b26c22435dc3" providerId="AD" clId="Web-{3DC44E0D-CB56-6361-CD98-3D2827AADF0B}" dt="2026-05-03T21:31:42.761" v="7"/>
        <pc:sldMkLst>
          <pc:docMk/>
          <pc:sldMk cId="652764339" sldId="266"/>
        </pc:sldMkLst>
        <pc:graphicFrameChg chg="modGraphic">
          <ac:chgData name="Alex Hildreth" userId="S::ah274852@my.stchas.edu::85cb145d-a94f-42a7-bc77-b26c22435dc3" providerId="AD" clId="Web-{3DC44E0D-CB56-6361-CD98-3D2827AADF0B}" dt="2026-05-03T21:31:42.761" v="7"/>
          <ac:graphicFrameMkLst>
            <pc:docMk/>
            <pc:sldMk cId="652764339" sldId="266"/>
            <ac:graphicFrameMk id="5" creationId="{4904E228-37A9-5E59-B124-879E5B33852B}"/>
          </ac:graphicFrameMkLst>
        </pc:graphicFrameChg>
      </pc:sldChg>
    </pc:docChg>
  </pc:docChgLst>
  <pc:docChgLst>
    <pc:chgData name="Guest User" userId="S::urn:spo:tenantanon#7d1de448-4e16-423d-8eda-400153b7ef04::" providerId="AD" clId="Web-{C8C4F36B-2BC4-400D-48B0-BCF14939AE63}"/>
    <pc:docChg chg="modSld">
      <pc:chgData name="Guest User" userId="S::urn:spo:tenantanon#7d1de448-4e16-423d-8eda-400153b7ef04::" providerId="AD" clId="Web-{C8C4F36B-2BC4-400D-48B0-BCF14939AE63}" dt="2026-05-03T05:54:55.576" v="355" actId="20577"/>
      <pc:docMkLst>
        <pc:docMk/>
      </pc:docMkLst>
      <pc:sldChg chg="addSp delSp modSp mod setBg">
        <pc:chgData name="Guest User" userId="S::urn:spo:tenantanon#7d1de448-4e16-423d-8eda-400153b7ef04::" providerId="AD" clId="Web-{C8C4F36B-2BC4-400D-48B0-BCF14939AE63}" dt="2026-05-03T05:42:53.863" v="81"/>
        <pc:sldMkLst>
          <pc:docMk/>
          <pc:sldMk cId="1840543093" sldId="258"/>
        </pc:sldMkLst>
        <pc:spChg chg="mod">
          <ac:chgData name="Guest User" userId="S::urn:spo:tenantanon#7d1de448-4e16-423d-8eda-400153b7ef04::" providerId="AD" clId="Web-{C8C4F36B-2BC4-400D-48B0-BCF14939AE63}" dt="2026-05-03T05:42:53.863" v="81"/>
          <ac:spMkLst>
            <pc:docMk/>
            <pc:sldMk cId="1840543093" sldId="258"/>
            <ac:spMk id="2" creationId="{7DA4A101-0C7D-98BC-B1FF-9970BF4315C2}"/>
          </ac:spMkLst>
        </pc:spChg>
        <pc:spChg chg="add del">
          <ac:chgData name="Guest User" userId="S::urn:spo:tenantanon#7d1de448-4e16-423d-8eda-400153b7ef04::" providerId="AD" clId="Web-{C8C4F36B-2BC4-400D-48B0-BCF14939AE63}" dt="2026-05-03T05:33:07.243" v="13"/>
          <ac:spMkLst>
            <pc:docMk/>
            <pc:sldMk cId="1840543093" sldId="258"/>
            <ac:spMk id="3" creationId="{83451F6B-C2E7-827E-8295-1D0B36970824}"/>
          </ac:spMkLst>
        </pc:spChg>
        <pc:spChg chg="add mod">
          <ac:chgData name="Guest User" userId="S::urn:spo:tenantanon#7d1de448-4e16-423d-8eda-400153b7ef04::" providerId="AD" clId="Web-{C8C4F36B-2BC4-400D-48B0-BCF14939AE63}" dt="2026-05-03T05:42:53.863" v="81"/>
          <ac:spMkLst>
            <pc:docMk/>
            <pc:sldMk cId="1840543093" sldId="258"/>
            <ac:spMk id="5" creationId="{EB21D8C8-8285-C4F3-DC36-7CD06DCDD47C}"/>
          </ac:spMkLst>
        </pc:spChg>
        <pc:spChg chg="del">
          <ac:chgData name="Guest User" userId="S::urn:spo:tenantanon#7d1de448-4e16-423d-8eda-400153b7ef04::" providerId="AD" clId="Web-{C8C4F36B-2BC4-400D-48B0-BCF14939AE63}" dt="2026-05-03T05:42:53.863" v="81"/>
          <ac:spMkLst>
            <pc:docMk/>
            <pc:sldMk cId="1840543093" sldId="258"/>
            <ac:spMk id="8" creationId="{A8384FB5-9ADC-4DDC-881B-597D56F5B15D}"/>
          </ac:spMkLst>
        </pc:spChg>
        <pc:spChg chg="del">
          <ac:chgData name="Guest User" userId="S::urn:spo:tenantanon#7d1de448-4e16-423d-8eda-400153b7ef04::" providerId="AD" clId="Web-{C8C4F36B-2BC4-400D-48B0-BCF14939AE63}" dt="2026-05-03T05:42:53.863" v="81"/>
          <ac:spMkLst>
            <pc:docMk/>
            <pc:sldMk cId="1840543093" sldId="258"/>
            <ac:spMk id="11" creationId="{1199E1B1-A8C0-4FE8-A5A8-1CB41D69F857}"/>
          </ac:spMkLst>
        </pc:spChg>
        <pc:spChg chg="del">
          <ac:chgData name="Guest User" userId="S::urn:spo:tenantanon#7d1de448-4e16-423d-8eda-400153b7ef04::" providerId="AD" clId="Web-{C8C4F36B-2BC4-400D-48B0-BCF14939AE63}" dt="2026-05-03T05:42:53.863" v="81"/>
          <ac:spMkLst>
            <pc:docMk/>
            <pc:sldMk cId="1840543093" sldId="258"/>
            <ac:spMk id="15" creationId="{A7009A0A-BEF5-4EAC-AF15-E4F9F002E239}"/>
          </ac:spMkLst>
        </pc:spChg>
        <pc:spChg chg="add">
          <ac:chgData name="Guest User" userId="S::urn:spo:tenantanon#7d1de448-4e16-423d-8eda-400153b7ef04::" providerId="AD" clId="Web-{C8C4F36B-2BC4-400D-48B0-BCF14939AE63}" dt="2026-05-03T05:42:53.863" v="81"/>
          <ac:spMkLst>
            <pc:docMk/>
            <pc:sldMk cId="1840543093" sldId="258"/>
            <ac:spMk id="22" creationId="{53CF6D67-C5A8-4ADD-9E8E-1E38CA1D3166}"/>
          </ac:spMkLst>
        </pc:spChg>
        <pc:spChg chg="add">
          <ac:chgData name="Guest User" userId="S::urn:spo:tenantanon#7d1de448-4e16-423d-8eda-400153b7ef04::" providerId="AD" clId="Web-{C8C4F36B-2BC4-400D-48B0-BCF14939AE63}" dt="2026-05-03T05:42:53.863" v="81"/>
          <ac:spMkLst>
            <pc:docMk/>
            <pc:sldMk cId="1840543093" sldId="258"/>
            <ac:spMk id="24" creationId="{86909FA0-B515-4681-B7A8-FA281D133B94}"/>
          </ac:spMkLst>
        </pc:spChg>
        <pc:spChg chg="add">
          <ac:chgData name="Guest User" userId="S::urn:spo:tenantanon#7d1de448-4e16-423d-8eda-400153b7ef04::" providerId="AD" clId="Web-{C8C4F36B-2BC4-400D-48B0-BCF14939AE63}" dt="2026-05-03T05:42:53.863" v="81"/>
          <ac:spMkLst>
            <pc:docMk/>
            <pc:sldMk cId="1840543093" sldId="258"/>
            <ac:spMk id="26" creationId="{21C9FE86-FCC3-4A31-AA1C-C882262B7FE7}"/>
          </ac:spMkLst>
        </pc:spChg>
        <pc:spChg chg="add">
          <ac:chgData name="Guest User" userId="S::urn:spo:tenantanon#7d1de448-4e16-423d-8eda-400153b7ef04::" providerId="AD" clId="Web-{C8C4F36B-2BC4-400D-48B0-BCF14939AE63}" dt="2026-05-03T05:42:53.863" v="81"/>
          <ac:spMkLst>
            <pc:docMk/>
            <pc:sldMk cId="1840543093" sldId="258"/>
            <ac:spMk id="28" creationId="{7D96243B-ECED-4B71-8E06-AE9A285EAD20}"/>
          </ac:spMkLst>
        </pc:spChg>
        <pc:spChg chg="add">
          <ac:chgData name="Guest User" userId="S::urn:spo:tenantanon#7d1de448-4e16-423d-8eda-400153b7ef04::" providerId="AD" clId="Web-{C8C4F36B-2BC4-400D-48B0-BCF14939AE63}" dt="2026-05-03T05:42:53.863" v="81"/>
          <ac:spMkLst>
            <pc:docMk/>
            <pc:sldMk cId="1840543093" sldId="258"/>
            <ac:spMk id="30" creationId="{A09989E4-EFDC-4A90-A633-E0525FB4139E}"/>
          </ac:spMkLst>
        </pc:spChg>
        <pc:picChg chg="del">
          <ac:chgData name="Guest User" userId="S::urn:spo:tenantanon#7d1de448-4e16-423d-8eda-400153b7ef04::" providerId="AD" clId="Web-{C8C4F36B-2BC4-400D-48B0-BCF14939AE63}" dt="2026-05-03T05:32:49.633" v="11"/>
          <ac:picMkLst>
            <pc:docMk/>
            <pc:sldMk cId="1840543093" sldId="258"/>
            <ac:picMk id="4" creationId="{002350B7-B70C-E58E-BF92-271E1F0026A3}"/>
          </ac:picMkLst>
        </pc:picChg>
      </pc:sldChg>
      <pc:sldChg chg="addSp delSp modSp mod setBg">
        <pc:chgData name="Guest User" userId="S::urn:spo:tenantanon#7d1de448-4e16-423d-8eda-400153b7ef04::" providerId="AD" clId="Web-{C8C4F36B-2BC4-400D-48B0-BCF14939AE63}" dt="2026-05-03T05:54:55.576" v="355" actId="20577"/>
        <pc:sldMkLst>
          <pc:docMk/>
          <pc:sldMk cId="232652106" sldId="265"/>
        </pc:sldMkLst>
        <pc:spChg chg="mod">
          <ac:chgData name="Guest User" userId="S::urn:spo:tenantanon#7d1de448-4e16-423d-8eda-400153b7ef04::" providerId="AD" clId="Web-{C8C4F36B-2BC4-400D-48B0-BCF14939AE63}" dt="2026-05-03T05:48:39.983" v="204" actId="20577"/>
          <ac:spMkLst>
            <pc:docMk/>
            <pc:sldMk cId="232652106" sldId="265"/>
            <ac:spMk id="2" creationId="{B2958BA3-F5E3-BE07-FD03-20E8CBA512AF}"/>
          </ac:spMkLst>
        </pc:spChg>
        <pc:spChg chg="add mod">
          <ac:chgData name="Guest User" userId="S::urn:spo:tenantanon#7d1de448-4e16-423d-8eda-400153b7ef04::" providerId="AD" clId="Web-{C8C4F36B-2BC4-400D-48B0-BCF14939AE63}" dt="2026-05-03T05:54:55.576" v="355" actId="20577"/>
          <ac:spMkLst>
            <pc:docMk/>
            <pc:sldMk cId="232652106" sldId="265"/>
            <ac:spMk id="4" creationId="{2943EFDA-8AC3-4EF4-F3D5-7B06BDA6A3DD}"/>
          </ac:spMkLst>
        </pc:spChg>
        <pc:picChg chg="del">
          <ac:chgData name="Guest User" userId="S::urn:spo:tenantanon#7d1de448-4e16-423d-8eda-400153b7ef04::" providerId="AD" clId="Web-{C8C4F36B-2BC4-400D-48B0-BCF14939AE63}" dt="2026-05-03T05:48:42.187" v="205"/>
          <ac:picMkLst>
            <pc:docMk/>
            <pc:sldMk cId="232652106" sldId="265"/>
            <ac:picMk id="7" creationId="{63813946-08F2-40CC-581D-464D9E192E0A}"/>
          </ac:picMkLst>
        </pc:picChg>
      </pc:sldChg>
      <pc:sldChg chg="modSp">
        <pc:chgData name="Guest User" userId="S::urn:spo:tenantanon#7d1de448-4e16-423d-8eda-400153b7ef04::" providerId="AD" clId="Web-{C8C4F36B-2BC4-400D-48B0-BCF14939AE63}" dt="2026-05-03T05:51:10.754" v="349"/>
        <pc:sldMkLst>
          <pc:docMk/>
          <pc:sldMk cId="652764339" sldId="266"/>
        </pc:sldMkLst>
        <pc:graphicFrameChg chg="mod modGraphic">
          <ac:chgData name="Guest User" userId="S::urn:spo:tenantanon#7d1de448-4e16-423d-8eda-400153b7ef04::" providerId="AD" clId="Web-{C8C4F36B-2BC4-400D-48B0-BCF14939AE63}" dt="2026-05-03T05:51:10.754" v="349"/>
          <ac:graphicFrameMkLst>
            <pc:docMk/>
            <pc:sldMk cId="652764339" sldId="266"/>
            <ac:graphicFrameMk id="5" creationId="{4904E228-37A9-5E59-B124-879E5B33852B}"/>
          </ac:graphicFrameMkLst>
        </pc:graphicFrameChg>
      </pc:sldChg>
      <pc:sldChg chg="modSp">
        <pc:chgData name="Guest User" userId="S::urn:spo:tenantanon#7d1de448-4e16-423d-8eda-400153b7ef04::" providerId="AD" clId="Web-{C8C4F36B-2BC4-400D-48B0-BCF14939AE63}" dt="2026-05-03T05:44:19.460" v="122" actId="20577"/>
        <pc:sldMkLst>
          <pc:docMk/>
          <pc:sldMk cId="527625022" sldId="277"/>
        </pc:sldMkLst>
        <pc:spChg chg="mod">
          <ac:chgData name="Guest User" userId="S::urn:spo:tenantanon#7d1de448-4e16-423d-8eda-400153b7ef04::" providerId="AD" clId="Web-{C8C4F36B-2BC4-400D-48B0-BCF14939AE63}" dt="2026-05-03T05:43:54.865" v="109" actId="20577"/>
          <ac:spMkLst>
            <pc:docMk/>
            <pc:sldMk cId="527625022" sldId="277"/>
            <ac:spMk id="38" creationId="{7BE93E83-64A8-CFCB-A1F2-B95A9A420663}"/>
          </ac:spMkLst>
        </pc:spChg>
        <pc:spChg chg="mod">
          <ac:chgData name="Guest User" userId="S::urn:spo:tenantanon#7d1de448-4e16-423d-8eda-400153b7ef04::" providerId="AD" clId="Web-{C8C4F36B-2BC4-400D-48B0-BCF14939AE63}" dt="2026-05-03T05:44:15.601" v="119" actId="20577"/>
          <ac:spMkLst>
            <pc:docMk/>
            <pc:sldMk cId="527625022" sldId="277"/>
            <ac:spMk id="39" creationId="{A72FC4C7-C4C2-963C-CB96-0FD2875C0D87}"/>
          </ac:spMkLst>
        </pc:spChg>
        <pc:spChg chg="mod">
          <ac:chgData name="Guest User" userId="S::urn:spo:tenantanon#7d1de448-4e16-423d-8eda-400153b7ef04::" providerId="AD" clId="Web-{C8C4F36B-2BC4-400D-48B0-BCF14939AE63}" dt="2026-05-03T05:44:19.460" v="122" actId="20577"/>
          <ac:spMkLst>
            <pc:docMk/>
            <pc:sldMk cId="527625022" sldId="277"/>
            <ac:spMk id="43" creationId="{A6FAA365-060A-5820-13BB-E0E9CCB41553}"/>
          </ac:spMkLst>
        </pc:spChg>
      </pc:sldChg>
      <pc:sldChg chg="addSp delSp modSp mod setBg">
        <pc:chgData name="Guest User" userId="S::urn:spo:tenantanon#7d1de448-4e16-423d-8eda-400153b7ef04::" providerId="AD" clId="Web-{C8C4F36B-2BC4-400D-48B0-BCF14939AE63}" dt="2026-05-03T05:52:50.974" v="351" actId="14100"/>
        <pc:sldMkLst>
          <pc:docMk/>
          <pc:sldMk cId="1544583583" sldId="278"/>
        </pc:sldMkLst>
        <pc:spChg chg="mod">
          <ac:chgData name="Guest User" userId="S::urn:spo:tenantanon#7d1de448-4e16-423d-8eda-400153b7ef04::" providerId="AD" clId="Web-{C8C4F36B-2BC4-400D-48B0-BCF14939AE63}" dt="2026-05-03T05:47:18.529" v="182"/>
          <ac:spMkLst>
            <pc:docMk/>
            <pc:sldMk cId="1544583583" sldId="278"/>
            <ac:spMk id="2" creationId="{59F52239-473C-4603-246A-AF97D17F4716}"/>
          </ac:spMkLst>
        </pc:spChg>
        <pc:spChg chg="add ord">
          <ac:chgData name="Guest User" userId="S::urn:spo:tenantanon#7d1de448-4e16-423d-8eda-400153b7ef04::" providerId="AD" clId="Web-{C8C4F36B-2BC4-400D-48B0-BCF14939AE63}" dt="2026-05-03T05:47:18.529" v="182"/>
          <ac:spMkLst>
            <pc:docMk/>
            <pc:sldMk cId="1544583583" sldId="278"/>
            <ac:spMk id="3" creationId="{54A738C4-FBF6-B4B8-473D-0E0C408CD374}"/>
          </ac:spMkLst>
        </pc:spChg>
        <pc:spChg chg="add mod">
          <ac:chgData name="Guest User" userId="S::urn:spo:tenantanon#7d1de448-4e16-423d-8eda-400153b7ef04::" providerId="AD" clId="Web-{C8C4F36B-2BC4-400D-48B0-BCF14939AE63}" dt="2026-05-03T05:47:29.513" v="184" actId="20577"/>
          <ac:spMkLst>
            <pc:docMk/>
            <pc:sldMk cId="1544583583" sldId="278"/>
            <ac:spMk id="5" creationId="{8520E567-2657-EC27-C696-05D5FBE2F982}"/>
          </ac:spMkLst>
        </pc:spChg>
        <pc:spChg chg="add del">
          <ac:chgData name="Guest User" userId="S::urn:spo:tenantanon#7d1de448-4e16-423d-8eda-400153b7ef04::" providerId="AD" clId="Web-{C8C4F36B-2BC4-400D-48B0-BCF14939AE63}" dt="2026-05-03T05:47:18.529" v="182"/>
          <ac:spMkLst>
            <pc:docMk/>
            <pc:sldMk cId="1544583583" sldId="278"/>
            <ac:spMk id="8" creationId="{0C80695A-074B-123D-DE90-F9B9EE5A7742}"/>
          </ac:spMkLst>
        </pc:spChg>
        <pc:spChg chg="add del">
          <ac:chgData name="Guest User" userId="S::urn:spo:tenantanon#7d1de448-4e16-423d-8eda-400153b7ef04::" providerId="AD" clId="Web-{C8C4F36B-2BC4-400D-48B0-BCF14939AE63}" dt="2026-05-03T05:47:18.529" v="182"/>
          <ac:spMkLst>
            <pc:docMk/>
            <pc:sldMk cId="1544583583" sldId="278"/>
            <ac:spMk id="11" creationId="{006057E5-9F3E-EDB8-974F-E39CBE9D34EE}"/>
          </ac:spMkLst>
        </pc:spChg>
        <pc:spChg chg="add del">
          <ac:chgData name="Guest User" userId="S::urn:spo:tenantanon#7d1de448-4e16-423d-8eda-400153b7ef04::" providerId="AD" clId="Web-{C8C4F36B-2BC4-400D-48B0-BCF14939AE63}" dt="2026-05-03T05:47:18.513" v="181"/>
          <ac:spMkLst>
            <pc:docMk/>
            <pc:sldMk cId="1544583583" sldId="278"/>
            <ac:spMk id="13" creationId="{10222386-FAE5-AF5B-7D35-F071AC0508E6}"/>
          </ac:spMkLst>
        </pc:spChg>
        <pc:spChg chg="add del">
          <ac:chgData name="Guest User" userId="S::urn:spo:tenantanon#7d1de448-4e16-423d-8eda-400153b7ef04::" providerId="AD" clId="Web-{C8C4F36B-2BC4-400D-48B0-BCF14939AE63}" dt="2026-05-03T05:47:18.529" v="182"/>
          <ac:spMkLst>
            <pc:docMk/>
            <pc:sldMk cId="1544583583" sldId="278"/>
            <ac:spMk id="15" creationId="{84307BEE-7EBB-3747-06AC-31C77D1A6B85}"/>
          </ac:spMkLst>
        </pc:spChg>
        <pc:spChg chg="add del">
          <ac:chgData name="Guest User" userId="S::urn:spo:tenantanon#7d1de448-4e16-423d-8eda-400153b7ef04::" providerId="AD" clId="Web-{C8C4F36B-2BC4-400D-48B0-BCF14939AE63}" dt="2026-05-03T05:47:04.731" v="175"/>
          <ac:spMkLst>
            <pc:docMk/>
            <pc:sldMk cId="1544583583" sldId="278"/>
            <ac:spMk id="20" creationId="{0288C6B4-AFC3-407F-A595-EFFD38D4CCAF}"/>
          </ac:spMkLst>
        </pc:spChg>
        <pc:spChg chg="add del">
          <ac:chgData name="Guest User" userId="S::urn:spo:tenantanon#7d1de448-4e16-423d-8eda-400153b7ef04::" providerId="AD" clId="Web-{C8C4F36B-2BC4-400D-48B0-BCF14939AE63}" dt="2026-05-03T05:47:04.731" v="175"/>
          <ac:spMkLst>
            <pc:docMk/>
            <pc:sldMk cId="1544583583" sldId="278"/>
            <ac:spMk id="24" creationId="{C0BDBCD2-E081-43AB-9119-C55465E59757}"/>
          </ac:spMkLst>
        </pc:spChg>
        <pc:spChg chg="add del">
          <ac:chgData name="Guest User" userId="S::urn:spo:tenantanon#7d1de448-4e16-423d-8eda-400153b7ef04::" providerId="AD" clId="Web-{C8C4F36B-2BC4-400D-48B0-BCF14939AE63}" dt="2026-05-03T05:47:04.731" v="175"/>
          <ac:spMkLst>
            <pc:docMk/>
            <pc:sldMk cId="1544583583" sldId="278"/>
            <ac:spMk id="26" creationId="{98E79BE4-34FE-485A-98A5-92CE8F7C4743}"/>
          </ac:spMkLst>
        </pc:spChg>
        <pc:spChg chg="add del">
          <ac:chgData name="Guest User" userId="S::urn:spo:tenantanon#7d1de448-4e16-423d-8eda-400153b7ef04::" providerId="AD" clId="Web-{C8C4F36B-2BC4-400D-48B0-BCF14939AE63}" dt="2026-05-03T05:47:04.731" v="175"/>
          <ac:spMkLst>
            <pc:docMk/>
            <pc:sldMk cId="1544583583" sldId="278"/>
            <ac:spMk id="28" creationId="{7A5F0580-5EE9-419F-96EE-B6529EF6E7D0}"/>
          </ac:spMkLst>
        </pc:spChg>
        <pc:spChg chg="add del">
          <ac:chgData name="Guest User" userId="S::urn:spo:tenantanon#7d1de448-4e16-423d-8eda-400153b7ef04::" providerId="AD" clId="Web-{C8C4F36B-2BC4-400D-48B0-BCF14939AE63}" dt="2026-05-03T05:47:11.294" v="177"/>
          <ac:spMkLst>
            <pc:docMk/>
            <pc:sldMk cId="1544583583" sldId="278"/>
            <ac:spMk id="30" creationId="{0B9EE3F3-89B7-43C3-8651-C4C96830993D}"/>
          </ac:spMkLst>
        </pc:spChg>
        <pc:spChg chg="add del">
          <ac:chgData name="Guest User" userId="S::urn:spo:tenantanon#7d1de448-4e16-423d-8eda-400153b7ef04::" providerId="AD" clId="Web-{C8C4F36B-2BC4-400D-48B0-BCF14939AE63}" dt="2026-05-03T05:47:11.294" v="177"/>
          <ac:spMkLst>
            <pc:docMk/>
            <pc:sldMk cId="1544583583" sldId="278"/>
            <ac:spMk id="31" creationId="{33AE4636-AEEC-45D6-84D4-7AC2DA48ECF8}"/>
          </ac:spMkLst>
        </pc:spChg>
        <pc:spChg chg="add del">
          <ac:chgData name="Guest User" userId="S::urn:spo:tenantanon#7d1de448-4e16-423d-8eda-400153b7ef04::" providerId="AD" clId="Web-{C8C4F36B-2BC4-400D-48B0-BCF14939AE63}" dt="2026-05-03T05:47:11.294" v="177"/>
          <ac:spMkLst>
            <pc:docMk/>
            <pc:sldMk cId="1544583583" sldId="278"/>
            <ac:spMk id="32" creationId="{8D9CE0F4-2EB2-4F1F-8AAC-DB3571D9FE10}"/>
          </ac:spMkLst>
        </pc:spChg>
        <pc:spChg chg="add del">
          <ac:chgData name="Guest User" userId="S::urn:spo:tenantanon#7d1de448-4e16-423d-8eda-400153b7ef04::" providerId="AD" clId="Web-{C8C4F36B-2BC4-400D-48B0-BCF14939AE63}" dt="2026-05-03T05:47:18.513" v="181"/>
          <ac:spMkLst>
            <pc:docMk/>
            <pc:sldMk cId="1544583583" sldId="278"/>
            <ac:spMk id="37" creationId="{743AA782-23D1-4521-8CAD-47662984AA08}"/>
          </ac:spMkLst>
        </pc:spChg>
        <pc:spChg chg="add del">
          <ac:chgData name="Guest User" userId="S::urn:spo:tenantanon#7d1de448-4e16-423d-8eda-400153b7ef04::" providerId="AD" clId="Web-{C8C4F36B-2BC4-400D-48B0-BCF14939AE63}" dt="2026-05-03T05:47:18.513" v="181"/>
          <ac:spMkLst>
            <pc:docMk/>
            <pc:sldMk cId="1544583583" sldId="278"/>
            <ac:spMk id="38" creationId="{71877DBC-BB60-40F0-AC93-2ACDBAAE60CE}"/>
          </ac:spMkLst>
        </pc:spChg>
        <pc:spChg chg="add">
          <ac:chgData name="Guest User" userId="S::urn:spo:tenantanon#7d1de448-4e16-423d-8eda-400153b7ef04::" providerId="AD" clId="Web-{C8C4F36B-2BC4-400D-48B0-BCF14939AE63}" dt="2026-05-03T05:47:18.529" v="182"/>
          <ac:spMkLst>
            <pc:docMk/>
            <pc:sldMk cId="1544583583" sldId="278"/>
            <ac:spMk id="40" creationId="{12609869-9E80-471B-A487-A53288E0E791}"/>
          </ac:spMkLst>
        </pc:spChg>
        <pc:spChg chg="add">
          <ac:chgData name="Guest User" userId="S::urn:spo:tenantanon#7d1de448-4e16-423d-8eda-400153b7ef04::" providerId="AD" clId="Web-{C8C4F36B-2BC4-400D-48B0-BCF14939AE63}" dt="2026-05-03T05:47:18.529" v="182"/>
          <ac:spMkLst>
            <pc:docMk/>
            <pc:sldMk cId="1544583583" sldId="278"/>
            <ac:spMk id="42" creationId="{B8B8D07F-F13E-443E-BA68-2D26672D76B9}"/>
          </ac:spMkLst>
        </pc:spChg>
        <pc:spChg chg="add">
          <ac:chgData name="Guest User" userId="S::urn:spo:tenantanon#7d1de448-4e16-423d-8eda-400153b7ef04::" providerId="AD" clId="Web-{C8C4F36B-2BC4-400D-48B0-BCF14939AE63}" dt="2026-05-03T05:47:18.529" v="182"/>
          <ac:spMkLst>
            <pc:docMk/>
            <pc:sldMk cId="1544583583" sldId="278"/>
            <ac:spMk id="43" creationId="{2813A4FA-24A5-41ED-A534-3807D1B2F344}"/>
          </ac:spMkLst>
        </pc:spChg>
        <pc:spChg chg="add">
          <ac:chgData name="Guest User" userId="S::urn:spo:tenantanon#7d1de448-4e16-423d-8eda-400153b7ef04::" providerId="AD" clId="Web-{C8C4F36B-2BC4-400D-48B0-BCF14939AE63}" dt="2026-05-03T05:47:18.529" v="182"/>
          <ac:spMkLst>
            <pc:docMk/>
            <pc:sldMk cId="1544583583" sldId="278"/>
            <ac:spMk id="44" creationId="{C3944F27-CA70-4E84-A51A-E6BF89558979}"/>
          </ac:spMkLst>
        </pc:spChg>
        <pc:grpChg chg="add del">
          <ac:chgData name="Guest User" userId="S::urn:spo:tenantanon#7d1de448-4e16-423d-8eda-400153b7ef04::" providerId="AD" clId="Web-{C8C4F36B-2BC4-400D-48B0-BCF14939AE63}" dt="2026-05-03T05:47:15.794" v="179"/>
          <ac:grpSpMkLst>
            <pc:docMk/>
            <pc:sldMk cId="1544583583" sldId="278"/>
            <ac:grpSpMk id="34" creationId="{6258F736-B256-8039-9DC6-F4E49A5C5AD5}"/>
          </ac:grpSpMkLst>
        </pc:grpChg>
        <pc:picChg chg="add del">
          <ac:chgData name="Guest User" userId="S::urn:spo:tenantanon#7d1de448-4e16-423d-8eda-400153b7ef04::" providerId="AD" clId="Web-{C8C4F36B-2BC4-400D-48B0-BCF14939AE63}" dt="2026-05-03T05:44:22.820" v="123"/>
          <ac:picMkLst>
            <pc:docMk/>
            <pc:sldMk cId="1544583583" sldId="278"/>
            <ac:picMk id="4" creationId="{4C867D00-52B7-50AC-B16A-7A3EFE854605}"/>
          </ac:picMkLst>
        </pc:picChg>
        <pc:picChg chg="add mod">
          <ac:chgData name="Guest User" userId="S::urn:spo:tenantanon#7d1de448-4e16-423d-8eda-400153b7ef04::" providerId="AD" clId="Web-{C8C4F36B-2BC4-400D-48B0-BCF14939AE63}" dt="2026-05-03T05:52:50.974" v="351" actId="14100"/>
          <ac:picMkLst>
            <pc:docMk/>
            <pc:sldMk cId="1544583583" sldId="278"/>
            <ac:picMk id="6" creationId="{7A014FFF-E936-52B5-C3FD-4AA4A0496AC4}"/>
          </ac:picMkLst>
        </pc:picChg>
      </pc:sldChg>
    </pc:docChg>
  </pc:docChgLst>
  <pc:docChgLst>
    <pc:chgData name="Guest User" userId="S::urn:spo:tenantanon#7d1de448-4e16-423d-8eda-400153b7ef04::" providerId="AD" clId="Web-{53CDE8CC-5242-5C21-7BE3-6C6557962DD1}"/>
    <pc:docChg chg="addSld modSld">
      <pc:chgData name="Guest User" userId="S::urn:spo:tenantanon#7d1de448-4e16-423d-8eda-400153b7ef04::" providerId="AD" clId="Web-{53CDE8CC-5242-5C21-7BE3-6C6557962DD1}" dt="2026-04-17T23:29:59.818" v="135" actId="20577"/>
      <pc:docMkLst>
        <pc:docMk/>
      </pc:docMkLst>
      <pc:sldChg chg="modSp">
        <pc:chgData name="Guest User" userId="S::urn:spo:tenantanon#7d1de448-4e16-423d-8eda-400153b7ef04::" providerId="AD" clId="Web-{53CDE8CC-5242-5C21-7BE3-6C6557962DD1}" dt="2026-04-17T23:16:06.537" v="6" actId="20577"/>
        <pc:sldMkLst>
          <pc:docMk/>
          <pc:sldMk cId="1840543093" sldId="258"/>
        </pc:sldMkLst>
        <pc:spChg chg="mod">
          <ac:chgData name="Guest User" userId="S::urn:spo:tenantanon#7d1de448-4e16-423d-8eda-400153b7ef04::" providerId="AD" clId="Web-{53CDE8CC-5242-5C21-7BE3-6C6557962DD1}" dt="2026-04-17T23:16:06.537" v="6" actId="20577"/>
          <ac:spMkLst>
            <pc:docMk/>
            <pc:sldMk cId="1840543093" sldId="258"/>
            <ac:spMk id="2" creationId="{7DA4A101-0C7D-98BC-B1FF-9970BF4315C2}"/>
          </ac:spMkLst>
        </pc:spChg>
      </pc:sldChg>
      <pc:sldChg chg="modSp">
        <pc:chgData name="Guest User" userId="S::urn:spo:tenantanon#7d1de448-4e16-423d-8eda-400153b7ef04::" providerId="AD" clId="Web-{53CDE8CC-5242-5C21-7BE3-6C6557962DD1}" dt="2026-04-17T23:16:30.771" v="32" actId="20577"/>
        <pc:sldMkLst>
          <pc:docMk/>
          <pc:sldMk cId="3926623332" sldId="260"/>
        </pc:sldMkLst>
        <pc:spChg chg="mod">
          <ac:chgData name="Guest User" userId="S::urn:spo:tenantanon#7d1de448-4e16-423d-8eda-400153b7ef04::" providerId="AD" clId="Web-{53CDE8CC-5242-5C21-7BE3-6C6557962DD1}" dt="2026-04-17T23:16:30.771" v="32" actId="20577"/>
          <ac:spMkLst>
            <pc:docMk/>
            <pc:sldMk cId="3926623332" sldId="260"/>
            <ac:spMk id="2" creationId="{84D74C2D-71CF-4986-4F5E-69F1F83924B5}"/>
          </ac:spMkLst>
        </pc:spChg>
      </pc:sldChg>
    </pc:docChg>
  </pc:docChgLst>
  <pc:docChgLst>
    <pc:chgData name="Guest User" userId="S::urn:spo:tenantanon#7d1de448-4e16-423d-8eda-400153b7ef04::" providerId="AD" clId="Web-{85B94923-41D3-CE3B-122F-4372775C7016}"/>
    <pc:docChg chg="addSld delSld modSld">
      <pc:chgData name="Guest User" userId="S::urn:spo:tenantanon#7d1de448-4e16-423d-8eda-400153b7ef04::" providerId="AD" clId="Web-{85B94923-41D3-CE3B-122F-4372775C7016}" dt="2026-04-18T00:19:01.434" v="45"/>
      <pc:docMkLst>
        <pc:docMk/>
      </pc:docMkLst>
      <pc:sldChg chg="modSp">
        <pc:chgData name="Guest User" userId="S::urn:spo:tenantanon#7d1de448-4e16-423d-8eda-400153b7ef04::" providerId="AD" clId="Web-{85B94923-41D3-CE3B-122F-4372775C7016}" dt="2026-04-17T23:47:25.070" v="11" actId="20577"/>
        <pc:sldMkLst>
          <pc:docMk/>
          <pc:sldMk cId="1840543093" sldId="258"/>
        </pc:sldMkLst>
        <pc:spChg chg="mod">
          <ac:chgData name="Guest User" userId="S::urn:spo:tenantanon#7d1de448-4e16-423d-8eda-400153b7ef04::" providerId="AD" clId="Web-{85B94923-41D3-CE3B-122F-4372775C7016}" dt="2026-04-17T23:47:25.070" v="11" actId="20577"/>
          <ac:spMkLst>
            <pc:docMk/>
            <pc:sldMk cId="1840543093" sldId="258"/>
            <ac:spMk id="2" creationId="{7DA4A101-0C7D-98BC-B1FF-9970BF4315C2}"/>
          </ac:spMkLst>
        </pc:spChg>
      </pc:sldChg>
      <pc:sldChg chg="addSp delSp modSp new mod setBg">
        <pc:chgData name="Guest User" userId="S::urn:spo:tenantanon#7d1de448-4e16-423d-8eda-400153b7ef04::" providerId="AD" clId="Web-{85B94923-41D3-CE3B-122F-4372775C7016}" dt="2026-04-18T00:19:01.434" v="45"/>
        <pc:sldMkLst>
          <pc:docMk/>
          <pc:sldMk cId="232652106" sldId="265"/>
        </pc:sldMkLst>
        <pc:spChg chg="mod">
          <ac:chgData name="Guest User" userId="S::urn:spo:tenantanon#7d1de448-4e16-423d-8eda-400153b7ef04::" providerId="AD" clId="Web-{85B94923-41D3-CE3B-122F-4372775C7016}" dt="2026-04-18T00:19:01.434" v="45"/>
          <ac:spMkLst>
            <pc:docMk/>
            <pc:sldMk cId="232652106" sldId="265"/>
            <ac:spMk id="2" creationId="{B2958BA3-F5E3-BE07-FD03-20E8CBA512AF}"/>
          </ac:spMkLst>
        </pc:spChg>
      </pc:sldChg>
    </pc:docChg>
  </pc:docChgLst>
  <pc:docChgLst>
    <pc:chgData name="Guest User" userId="S::urn:spo:tenantanon#7d1de448-4e16-423d-8eda-400153b7ef04::" providerId="AD" clId="Web-{4BFB7AA6-1BEC-F670-E039-D62BBCEB2AD4}"/>
    <pc:docChg chg="addSld delSld modSld">
      <pc:chgData name="Guest User" userId="S::urn:spo:tenantanon#7d1de448-4e16-423d-8eda-400153b7ef04::" providerId="AD" clId="Web-{4BFB7AA6-1BEC-F670-E039-D62BBCEB2AD4}" dt="2026-05-03T21:15:59.912" v="239" actId="20577"/>
      <pc:docMkLst>
        <pc:docMk/>
      </pc:docMkLst>
      <pc:sldChg chg="del">
        <pc:chgData name="Guest User" userId="S::urn:spo:tenantanon#7d1de448-4e16-423d-8eda-400153b7ef04::" providerId="AD" clId="Web-{4BFB7AA6-1BEC-F670-E039-D62BBCEB2AD4}" dt="2026-05-03T21:15:50.209" v="237"/>
        <pc:sldMkLst>
          <pc:docMk/>
          <pc:sldMk cId="769930310" sldId="280"/>
        </pc:sldMkLst>
      </pc:sldChg>
      <pc:sldChg chg="new">
        <pc:chgData name="Guest User" userId="S::urn:spo:tenantanon#7d1de448-4e16-423d-8eda-400153b7ef04::" providerId="AD" clId="Web-{4BFB7AA6-1BEC-F670-E039-D62BBCEB2AD4}" dt="2026-05-03T21:11:21.953" v="0"/>
        <pc:sldMkLst>
          <pc:docMk/>
          <pc:sldMk cId="2364213921" sldId="280"/>
        </pc:sldMkLst>
      </pc:sldChg>
      <pc:sldChg chg="addSp delSp modSp mod setBg">
        <pc:chgData name="Guest User" userId="S::urn:spo:tenantanon#7d1de448-4e16-423d-8eda-400153b7ef04::" providerId="AD" clId="Web-{4BFB7AA6-1BEC-F670-E039-D62BBCEB2AD4}" dt="2026-05-03T21:15:59.912" v="239" actId="20577"/>
        <pc:sldMkLst>
          <pc:docMk/>
          <pc:sldMk cId="2364213921" sldId="281"/>
        </pc:sldMkLst>
        <pc:spChg chg="mod">
          <ac:chgData name="Guest User" userId="S::urn:spo:tenantanon#7d1de448-4e16-423d-8eda-400153b7ef04::" providerId="AD" clId="Web-{4BFB7AA6-1BEC-F670-E039-D62BBCEB2AD4}" dt="2026-05-03T21:15:28.115" v="235"/>
          <ac:spMkLst>
            <pc:docMk/>
            <pc:sldMk cId="2364213921" sldId="281"/>
            <ac:spMk id="2" creationId="{FCE2ECCF-FC3D-2EBC-86D7-73C2C84D5433}"/>
          </ac:spMkLst>
        </pc:spChg>
        <pc:spChg chg="mod">
          <ac:chgData name="Guest User" userId="S::urn:spo:tenantanon#7d1de448-4e16-423d-8eda-400153b7ef04::" providerId="AD" clId="Web-{4BFB7AA6-1BEC-F670-E039-D62BBCEB2AD4}" dt="2026-05-03T21:15:59.912" v="239" actId="20577"/>
          <ac:spMkLst>
            <pc:docMk/>
            <pc:sldMk cId="2364213921" sldId="281"/>
            <ac:spMk id="3" creationId="{564BD65A-8469-E0CF-7D54-F38ABADF618D}"/>
          </ac:spMkLst>
        </pc:spChg>
        <pc:spChg chg="add del">
          <ac:chgData name="Guest User" userId="S::urn:spo:tenantanon#7d1de448-4e16-423d-8eda-400153b7ef04::" providerId="AD" clId="Web-{4BFB7AA6-1BEC-F670-E039-D62BBCEB2AD4}" dt="2026-05-03T21:15:28.115" v="234"/>
          <ac:spMkLst>
            <pc:docMk/>
            <pc:sldMk cId="2364213921" sldId="281"/>
            <ac:spMk id="10" creationId="{55F7ABCA-A68A-47DD-B732-76FF34C6FB7D}"/>
          </ac:spMkLst>
        </pc:spChg>
        <pc:spChg chg="add">
          <ac:chgData name="Guest User" userId="S::urn:spo:tenantanon#7d1de448-4e16-423d-8eda-400153b7ef04::" providerId="AD" clId="Web-{4BFB7AA6-1BEC-F670-E039-D62BBCEB2AD4}" dt="2026-05-03T21:15:28.115" v="235"/>
          <ac:spMkLst>
            <pc:docMk/>
            <pc:sldMk cId="2364213921" sldId="281"/>
            <ac:spMk id="12" creationId="{B14C2221-2B8C-494D-9442-F812DF4E8794}"/>
          </ac:spMkLst>
        </pc:spChg>
        <pc:picChg chg="add del">
          <ac:chgData name="Guest User" userId="S::urn:spo:tenantanon#7d1de448-4e16-423d-8eda-400153b7ef04::" providerId="AD" clId="Web-{4BFB7AA6-1BEC-F670-E039-D62BBCEB2AD4}" dt="2026-05-03T21:15:28.115" v="234"/>
          <ac:picMkLst>
            <pc:docMk/>
            <pc:sldMk cId="2364213921" sldId="281"/>
            <ac:picMk id="7" creationId="{9EE4BBFB-C529-A556-3717-3D4A75F18FBB}"/>
          </ac:picMkLst>
        </pc:picChg>
        <pc:picChg chg="add">
          <ac:chgData name="Guest User" userId="S::urn:spo:tenantanon#7d1de448-4e16-423d-8eda-400153b7ef04::" providerId="AD" clId="Web-{4BFB7AA6-1BEC-F670-E039-D62BBCEB2AD4}" dt="2026-05-03T21:15:28.115" v="235"/>
          <ac:picMkLst>
            <pc:docMk/>
            <pc:sldMk cId="2364213921" sldId="281"/>
            <ac:picMk id="13" creationId="{78A3ADFD-8ABE-137C-C1D5-E47E78C99138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87179F-9BD5-5B4A-9732-82B6F0A838F2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94A83A-D7B7-F74C-80E6-B7ADD29D3C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9707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Alex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94A83A-D7B7-F74C-80E6-B7ADD29D3C2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0923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Alex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94A83A-D7B7-F74C-80E6-B7ADD29D3C2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2744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Nick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94A83A-D7B7-F74C-80E6-B7ADD29D3C2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8879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Daniel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94A83A-D7B7-F74C-80E6-B7ADD29D3C2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0294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Roma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94A83A-D7B7-F74C-80E6-B7ADD29D3C2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57255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Roma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94A83A-D7B7-F74C-80E6-B7ADD29D3C2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5823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Alex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94A83A-D7B7-F74C-80E6-B7ADD29D3C2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6623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Alex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94A83A-D7B7-F74C-80E6-B7ADD29D3C2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27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94A83A-D7B7-F74C-80E6-B7ADD29D3C2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2953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D1E533-13A0-E547-5FEF-7F71CE80A8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254F8A-ECB4-0F65-DA7C-37D29ED290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3FBBB9-B7C0-2EF7-0CDB-B30550ABC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941C3-6C6E-214E-9FE3-18D5E20230BA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BDDB98-FF76-9437-9C08-1773B4D611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0F233D-BC5D-C15D-AD51-598332614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E8A67-F519-2B49-A582-2053B66698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6303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F1D21-C0B1-8D65-2BBC-8A387CECF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C5960E-6487-801E-3081-60501D376A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552594-503C-3F3F-856B-38E1AABEF7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941C3-6C6E-214E-9FE3-18D5E20230BA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4875DA-05AF-86F7-CDCE-EC05BBDD4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AE73C-D76D-DE4D-57DB-C55C74E7C6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E8A67-F519-2B49-A582-2053B66698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0189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3E465-151F-DBF3-C2F4-C628EBFCE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F41DDD-91FB-7931-5A15-E498FD45AD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0E98D9-9EB7-D3F8-689A-2C5EF1F51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941C3-6C6E-214E-9FE3-18D5E20230BA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37F49E-D4EC-B31E-32FE-6BA4B9A4E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80F63A-4B08-C04C-6FFB-8978C6890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E8A67-F519-2B49-A582-2053B66698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3134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FDA25-6855-4A99-3EA8-11B091B4A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4B6595-AA93-C15C-41D7-C3765E4B6CB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E8FC40-30C3-37A5-0281-F3DB6AE218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C556B1-4F18-4FCB-768E-9BA99D2C76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941C3-6C6E-214E-9FE3-18D5E20230BA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06CE-A653-890F-15AD-32FB5B4BD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8841AF-CA87-53F8-300E-5BA401DE3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E8A67-F519-2B49-A582-2053B66698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8412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963CF-477D-C1F6-590D-89713A2BC3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29DC27-39EF-2A3E-E83C-4E8537553E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8246C2-5CE8-25E2-3BA2-5F51069106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52B9E5B-410D-9902-325C-ADDFD2954D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C593F17-CF02-AFCE-CA96-F0E0EBD618C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0DA0F11-CB61-2185-9DCE-750D0AB4D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941C3-6C6E-214E-9FE3-18D5E20230BA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D6E4EA1-E03A-E5CB-B10A-8668E76CDF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107974-A6E1-5C50-2A3B-A6BF39AE8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E8A67-F519-2B49-A582-2053B66698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7024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C8FBEA-DCB5-B935-EC8E-5C849959A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B1832A-A13F-3913-24C7-273B4DECD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941C3-6C6E-214E-9FE3-18D5E20230BA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08C93D0-308D-2043-2C12-4C15E6888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F7ED5B-93E4-C2A4-182A-D5E4BFCE4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E8A67-F519-2B49-A582-2053B66698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575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39DB490-2D59-5B6A-71E7-EFC10AEC7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941C3-6C6E-214E-9FE3-18D5E20230BA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71C741D-DEAB-CCD2-B148-322D90A57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C53CF6-0FCF-7B3E-F1BE-CF1AA28FA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E8A67-F519-2B49-A582-2053B66698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1383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5D9CB7-6DFD-F0C1-2A90-096BE155F8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CE2701-BED0-F992-DC41-47C192F7CF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DB3C77-5057-CC92-7B4D-167CB4E4A5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D66D9D-675A-5444-932F-DC797A119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941C3-6C6E-214E-9FE3-18D5E20230BA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924575-A25C-4846-98B4-645A3266A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49B66C-E199-09D3-276D-BAFCF8E28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E8A67-F519-2B49-A582-2053B66698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5787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2B3EF-B34D-F552-3D22-4700A12F10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8B49465-6580-5AB0-06D0-CC7028C17C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7B71D8-478F-87DA-54BB-5128C96892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C2F2CC-BA14-CD48-BBA7-15A1091077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941C3-6C6E-214E-9FE3-18D5E20230BA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6B6C2C-11EA-243D-0714-13357BCB0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88A6AB-FE9B-2A41-2C7D-8211F907D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E8A67-F519-2B49-A582-2053B66698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1224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9ED2E-B065-7007-B4AF-8043D3231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D57347-2ED3-6340-8D7E-7A51252DBC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A827CA-311C-0E1D-64FE-868391555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941C3-6C6E-214E-9FE3-18D5E20230BA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E8EC54-7282-46AB-B7A5-A63FD48C8C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638327-A975-A77C-BB70-DD80A34E1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E8A67-F519-2B49-A582-2053B66698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77119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197C845-D5FC-76FE-616D-A61C2065A8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2E1A1E-833F-6592-9395-E099C7C675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1113A4-4AD6-0DCD-DBC9-073CA9A41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941C3-6C6E-214E-9FE3-18D5E20230BA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02047F-DE01-488E-BC97-E2F915159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EEE376-296B-8E90-E104-C688DFF49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E8A67-F519-2B49-A582-2053B66698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6095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90A41AC-A96D-920D-09F0-D5792945CF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C925AB-15AA-D1EF-A8B6-07965D5190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CF5D81-8F7D-8E4E-6160-303EADE67D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5941C3-6C6E-214E-9FE3-18D5E20230BA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2D4C82-77B4-719E-015C-C90A405182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B35E9A-EBE5-4FD0-2159-FA1D0EBE76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91E8A67-F519-2B49-A582-2053B66698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4319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A8DB9CD9-59B1-4D73-BC4C-98796A48EF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874A6A9-41FF-4E33-AFA8-F9F81436A5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21D730E-1F97-4071-B143-B05E6D259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985"/>
            <a:chExt cx="9772765" cy="6858000"/>
          </a:xfrm>
        </p:grpSpPr>
        <p:sp>
          <p:nvSpPr>
            <p:cNvPr id="39" name="Freeform: Shape 12">
              <a:extLst>
                <a:ext uri="{FF2B5EF4-FFF2-40B4-BE49-F238E27FC236}">
                  <a16:creationId xmlns:a16="http://schemas.microsoft.com/office/drawing/2014/main" id="{B3849C6A-9EE5-4604-8EAE-DD4796B79D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0" name="Freeform: Shape 13">
              <a:extLst>
                <a:ext uri="{FF2B5EF4-FFF2-40B4-BE49-F238E27FC236}">
                  <a16:creationId xmlns:a16="http://schemas.microsoft.com/office/drawing/2014/main" id="{308677BE-069B-4A4D-8732-E26B6EF567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1" name="Freeform: Shape 14">
              <a:extLst>
                <a:ext uri="{FF2B5EF4-FFF2-40B4-BE49-F238E27FC236}">
                  <a16:creationId xmlns:a16="http://schemas.microsoft.com/office/drawing/2014/main" id="{9A9A575B-DD07-4388-963B-0AF3FDDCF3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2" name="Freeform: Shape 15">
              <a:extLst>
                <a:ext uri="{FF2B5EF4-FFF2-40B4-BE49-F238E27FC236}">
                  <a16:creationId xmlns:a16="http://schemas.microsoft.com/office/drawing/2014/main" id="{D55285E4-21EB-4EC1-AB8E-36E881E899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3" name="Freeform: Shape 16">
              <a:extLst>
                <a:ext uri="{FF2B5EF4-FFF2-40B4-BE49-F238E27FC236}">
                  <a16:creationId xmlns:a16="http://schemas.microsoft.com/office/drawing/2014/main" id="{6A0C77B5-3FAA-4D4F-9555-89D7516088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  <p:sp>
          <p:nvSpPr>
            <p:cNvPr id="44" name="Freeform: Shape 17">
              <a:extLst>
                <a:ext uri="{FF2B5EF4-FFF2-40B4-BE49-F238E27FC236}">
                  <a16:creationId xmlns:a16="http://schemas.microsoft.com/office/drawing/2014/main" id="{5F0C96D1-A8B7-4C8E-9997-D823FD1591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5" name="Freeform: Shape 18">
              <a:extLst>
                <a:ext uri="{FF2B5EF4-FFF2-40B4-BE49-F238E27FC236}">
                  <a16:creationId xmlns:a16="http://schemas.microsoft.com/office/drawing/2014/main" id="{DA46556D-445B-4CD0-87A0-02A30BD1B1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3" name="Subtitle 2">
            <a:extLst>
              <a:ext uri="{FF2B5EF4-FFF2-40B4-BE49-F238E27FC236}">
                <a16:creationId xmlns:a16="http://schemas.microsoft.com/office/drawing/2014/main" id="{8BC44E65-3415-A50B-1AB1-00A12C0101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15423" y="4543843"/>
            <a:ext cx="5760846" cy="682079"/>
          </a:xfrm>
        </p:spPr>
        <p:txBody>
          <a:bodyPr>
            <a:normAutofit/>
          </a:bodyPr>
          <a:lstStyle/>
          <a:p>
            <a:r>
              <a:rPr lang="en-US">
                <a:solidFill>
                  <a:schemeClr val="tx2"/>
                </a:solidFill>
              </a:rPr>
              <a:t>Phase 3 Presentation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872C4B6A-5EF4-0284-5078-F87B2D39F6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6636" y="1391076"/>
            <a:ext cx="4578419" cy="3041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3117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A9670C-FC32-3137-6DED-159D6944C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2484" y="732531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A Reminder of Dollar Doodle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AB23E3-498C-D4FE-9B86-3273FD823A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5767" y="726783"/>
            <a:ext cx="6055142" cy="5468744"/>
          </a:xfrm>
        </p:spPr>
        <p:txBody>
          <a:bodyPr anchor="ctr">
            <a:normAutofit/>
          </a:bodyPr>
          <a:lstStyle/>
          <a:p>
            <a:r>
              <a:rPr lang="en-US" sz="2000">
                <a:latin typeface="Times New Roman"/>
                <a:cs typeface="Times New Roman"/>
              </a:rPr>
              <a:t>This is an innovative personal finance tracker that:</a:t>
            </a:r>
            <a:endParaRPr lang="en-US"/>
          </a:p>
          <a:p>
            <a:pPr marL="0" indent="0">
              <a:buNone/>
            </a:pPr>
            <a:endParaRPr lang="en-US" sz="2000">
              <a:latin typeface="Times New Roman"/>
              <a:cs typeface="Times New Roman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latin typeface="Times New Roman"/>
                <a:cs typeface="Times New Roman"/>
              </a:rPr>
              <a:t>Helps users keep track of their spending.</a:t>
            </a:r>
          </a:p>
          <a:p>
            <a:pPr marL="457200" lvl="1" indent="0">
              <a:buNone/>
            </a:pPr>
            <a:endParaRPr lang="en-US" sz="2000">
              <a:latin typeface="Times New Roman"/>
              <a:cs typeface="Times New Roman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latin typeface="Times New Roman"/>
                <a:cs typeface="Times New Roman"/>
              </a:rPr>
              <a:t>Scan in receipts to make inputting transactions quicker.</a:t>
            </a:r>
          </a:p>
          <a:p>
            <a:pPr marL="457200" lvl="1" indent="0">
              <a:buNone/>
            </a:pPr>
            <a:endParaRPr lang="en-US" sz="2000">
              <a:latin typeface="Times New Roman"/>
              <a:cs typeface="Times New Roman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latin typeface="Times New Roman"/>
                <a:cs typeface="Times New Roman"/>
              </a:rPr>
              <a:t>Give AI suggestions to help the user improve their financial habits.</a:t>
            </a:r>
          </a:p>
        </p:txBody>
      </p:sp>
    </p:spTree>
    <p:extLst>
      <p:ext uri="{BB962C8B-B14F-4D97-AF65-F5344CB8AC3E}">
        <p14:creationId xmlns:p14="http://schemas.microsoft.com/office/powerpoint/2010/main" val="35223224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DEF72-D938-7E06-FCC8-8324A6113F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B329167-3E3C-201F-0344-0591FE452E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9F2F6A1-359A-D23D-1901-79C38A7E13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DDCC53F-9D89-5090-80FD-F58C7267DD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985"/>
            <a:chExt cx="9772765" cy="6858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4D49B69B-8EC5-8195-9D1D-48674D0F3F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10C81B88-9BEF-3564-FAD3-88C107E0EA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8F5F173-E1E1-140A-78E6-052D4B7E75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965B020-D7AB-3083-7018-598A056FEB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0E2C26E0-A744-2332-E51B-EDD8C45382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1FDE602-41F0-E22E-5EAC-2E63D9F41D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F7B0898D-CB91-F6FF-4F3B-21196993B3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93F5E03A-0F73-34C0-8574-0B834549CDF6}"/>
              </a:ext>
            </a:extLst>
          </p:cNvPr>
          <p:cNvGrpSpPr/>
          <p:nvPr/>
        </p:nvGrpSpPr>
        <p:grpSpPr>
          <a:xfrm>
            <a:off x="841281" y="1718161"/>
            <a:ext cx="2444055" cy="3421677"/>
            <a:chOff x="3080" y="464830"/>
            <a:chExt cx="2444055" cy="3421677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934B397F-1B29-E265-B89F-9B7B090E050B}"/>
                </a:ext>
              </a:extLst>
            </p:cNvPr>
            <p:cNvSpPr/>
            <p:nvPr/>
          </p:nvSpPr>
          <p:spPr>
            <a:xfrm>
              <a:off x="3080" y="464830"/>
              <a:ext cx="2444055" cy="3421677"/>
            </a:xfrm>
            <a:prstGeom prst="rect">
              <a:avLst/>
            </a:prstGeom>
          </p:spPr>
          <p:style>
            <a:lnRef idx="1">
              <a:schemeClr val="accent5">
                <a:tint val="40000"/>
                <a:alpha val="90000"/>
                <a:hueOff val="0"/>
                <a:satOff val="0"/>
                <a:lumOff val="0"/>
                <a:alphaOff val="0"/>
              </a:schemeClr>
            </a:lnRef>
            <a:fillRef idx="1">
              <a:schemeClr val="accent5">
                <a:tint val="40000"/>
                <a:alpha val="9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5">
                <a:tint val="40000"/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A6FAA365-060A-5820-13BB-E0E9CCB41553}"/>
                </a:ext>
              </a:extLst>
            </p:cNvPr>
            <p:cNvSpPr txBox="1"/>
            <p:nvPr/>
          </p:nvSpPr>
          <p:spPr>
            <a:xfrm>
              <a:off x="3080" y="1765067"/>
              <a:ext cx="2444055" cy="205300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90548" tIns="330200" rIns="190548" bIns="330200" numCol="1" spcCol="1270" anchor="t" anchorCtr="0">
              <a:noAutofit/>
            </a:bodyPr>
            <a:lstStyle/>
            <a:p>
              <a:pPr defTabSz="10668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400"/>
                <a:t>Improvements and additions</a:t>
              </a:r>
              <a:endParaRPr lang="en-US" sz="2400" kern="120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6EDC5659-9E9B-FE99-7EB4-B28347F92A7E}"/>
              </a:ext>
            </a:extLst>
          </p:cNvPr>
          <p:cNvGrpSpPr/>
          <p:nvPr/>
        </p:nvGrpSpPr>
        <p:grpSpPr>
          <a:xfrm>
            <a:off x="1550057" y="2060328"/>
            <a:ext cx="1026503" cy="1026503"/>
            <a:chOff x="711856" y="806997"/>
            <a:chExt cx="1026503" cy="1026503"/>
          </a:xfrm>
        </p:grpSpPr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3FEB8855-20B8-141D-CCA2-53226E723F05}"/>
                </a:ext>
              </a:extLst>
            </p:cNvPr>
            <p:cNvSpPr/>
            <p:nvPr/>
          </p:nvSpPr>
          <p:spPr>
            <a:xfrm>
              <a:off x="711856" y="806997"/>
              <a:ext cx="1026503" cy="1026503"/>
            </a:xfrm>
            <a:prstGeom prst="ellipse">
              <a:avLst/>
            </a:prstGeom>
          </p:spPr>
          <p:style>
            <a:lnRef idx="1">
              <a:schemeClr val="accent5">
                <a:hueOff val="0"/>
                <a:satOff val="0"/>
                <a:lumOff val="0"/>
                <a:alphaOff val="0"/>
              </a:schemeClr>
            </a:lnRef>
            <a:fillRef idx="3">
              <a:schemeClr val="accent5">
                <a:hueOff val="0"/>
                <a:satOff val="0"/>
                <a:lumOff val="0"/>
                <a:alphaOff val="0"/>
              </a:schemeClr>
            </a:fillRef>
            <a:effectRef idx="2">
              <a:schemeClr val="accent5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41" name="Oval 6">
              <a:extLst>
                <a:ext uri="{FF2B5EF4-FFF2-40B4-BE49-F238E27FC236}">
                  <a16:creationId xmlns:a16="http://schemas.microsoft.com/office/drawing/2014/main" id="{C24EB142-5243-F3E0-5C96-8EC5071BE866}"/>
                </a:ext>
              </a:extLst>
            </p:cNvPr>
            <p:cNvSpPr txBox="1"/>
            <p:nvPr/>
          </p:nvSpPr>
          <p:spPr>
            <a:xfrm>
              <a:off x="862184" y="957325"/>
              <a:ext cx="725847" cy="725847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0030" tIns="12700" rIns="80030" bIns="12700" numCol="1" spcCol="1270" anchor="ctr" anchorCtr="0">
              <a:noAutofit/>
            </a:bodyPr>
            <a:lstStyle/>
            <a:p>
              <a:pPr marL="0" lvl="0" indent="0" algn="ctr" defTabSz="2133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4800" kern="1200"/>
                <a:t>1</a:t>
              </a:r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E0268F36-2D21-3123-2F51-C769C9CCE6C5}"/>
              </a:ext>
            </a:extLst>
          </p:cNvPr>
          <p:cNvSpPr/>
          <p:nvPr/>
        </p:nvSpPr>
        <p:spPr>
          <a:xfrm>
            <a:off x="841281" y="5139766"/>
            <a:ext cx="2444055" cy="72"/>
          </a:xfrm>
          <a:prstGeom prst="rect">
            <a:avLst/>
          </a:prstGeom>
        </p:spPr>
        <p:style>
          <a:lnRef idx="1">
            <a:schemeClr val="accent5">
              <a:hueOff val="-965506"/>
              <a:satOff val="-2488"/>
              <a:lumOff val="-1681"/>
              <a:alphaOff val="0"/>
            </a:schemeClr>
          </a:lnRef>
          <a:fillRef idx="3">
            <a:schemeClr val="accent5">
              <a:hueOff val="-965506"/>
              <a:satOff val="-2488"/>
              <a:lumOff val="-1681"/>
              <a:alphaOff val="0"/>
            </a:schemeClr>
          </a:fillRef>
          <a:effectRef idx="2">
            <a:schemeClr val="accent5">
              <a:hueOff val="-965506"/>
              <a:satOff val="-2488"/>
              <a:lumOff val="-1681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7511AA4-CF88-9348-4284-E1E0CDEA5ABC}"/>
              </a:ext>
            </a:extLst>
          </p:cNvPr>
          <p:cNvGrpSpPr/>
          <p:nvPr/>
        </p:nvGrpSpPr>
        <p:grpSpPr>
          <a:xfrm>
            <a:off x="3529742" y="1718161"/>
            <a:ext cx="2444055" cy="3421677"/>
            <a:chOff x="2691541" y="464830"/>
            <a:chExt cx="2444055" cy="3421677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BE93E83-64A8-CFCB-A1F2-B95A9A420663}"/>
                </a:ext>
              </a:extLst>
            </p:cNvPr>
            <p:cNvSpPr/>
            <p:nvPr/>
          </p:nvSpPr>
          <p:spPr>
            <a:xfrm>
              <a:off x="2691541" y="464830"/>
              <a:ext cx="2444055" cy="3421677"/>
            </a:xfrm>
            <a:prstGeom prst="rect">
              <a:avLst/>
            </a:prstGeom>
          </p:spPr>
          <p:style>
            <a:lnRef idx="1">
              <a:schemeClr val="accent5">
                <a:tint val="40000"/>
                <a:alpha val="90000"/>
                <a:hueOff val="-2246587"/>
                <a:satOff val="-7611"/>
                <a:lumOff val="-976"/>
                <a:alphaOff val="0"/>
              </a:schemeClr>
            </a:lnRef>
            <a:fillRef idx="1">
              <a:schemeClr val="accent5">
                <a:tint val="40000"/>
                <a:alpha val="90000"/>
                <a:hueOff val="-2246587"/>
                <a:satOff val="-7611"/>
                <a:lumOff val="-976"/>
                <a:alphaOff val="0"/>
              </a:schemeClr>
            </a:fillRef>
            <a:effectRef idx="0">
              <a:schemeClr val="accent5">
                <a:tint val="40000"/>
                <a:alpha val="90000"/>
                <a:hueOff val="-2246587"/>
                <a:satOff val="-7611"/>
                <a:lumOff val="-976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lIns="91440" tIns="45720" rIns="91440" bIns="45720" anchor="t"/>
            <a:lstStyle/>
            <a:p>
              <a:endParaRPr 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72FC4C7-C4C2-963C-CB96-0FD2875C0D87}"/>
                </a:ext>
              </a:extLst>
            </p:cNvPr>
            <p:cNvSpPr txBox="1"/>
            <p:nvPr/>
          </p:nvSpPr>
          <p:spPr>
            <a:xfrm>
              <a:off x="2691541" y="1765067"/>
              <a:ext cx="2444055" cy="205300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90548" tIns="330200" rIns="190548" bIns="330200" numCol="1" spcCol="1270" anchor="t" anchorCtr="0">
              <a:noAutofit/>
            </a:bodyPr>
            <a:lstStyle/>
            <a:p>
              <a:pPr defTabSz="10668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400"/>
                <a:t>Demonstration</a:t>
              </a:r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8CE35A8-22C2-4A81-CE2F-6F9FB6DC1FF4}"/>
              </a:ext>
            </a:extLst>
          </p:cNvPr>
          <p:cNvGrpSpPr/>
          <p:nvPr/>
        </p:nvGrpSpPr>
        <p:grpSpPr>
          <a:xfrm>
            <a:off x="4238518" y="2060328"/>
            <a:ext cx="1026503" cy="1026503"/>
            <a:chOff x="3400317" y="806997"/>
            <a:chExt cx="1026503" cy="1026503"/>
          </a:xfrm>
        </p:grpSpPr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EE2F1B06-84E1-4C22-7BC9-188585D11754}"/>
                </a:ext>
              </a:extLst>
            </p:cNvPr>
            <p:cNvSpPr/>
            <p:nvPr/>
          </p:nvSpPr>
          <p:spPr>
            <a:xfrm>
              <a:off x="3400317" y="806997"/>
              <a:ext cx="1026503" cy="1026503"/>
            </a:xfrm>
            <a:prstGeom prst="ellipse">
              <a:avLst/>
            </a:prstGeom>
          </p:spPr>
          <p:style>
            <a:lnRef idx="1">
              <a:schemeClr val="accent5">
                <a:hueOff val="-1931012"/>
                <a:satOff val="-4977"/>
                <a:lumOff val="-3361"/>
                <a:alphaOff val="0"/>
              </a:schemeClr>
            </a:lnRef>
            <a:fillRef idx="3">
              <a:schemeClr val="accent5">
                <a:hueOff val="-1931012"/>
                <a:satOff val="-4977"/>
                <a:lumOff val="-3361"/>
                <a:alphaOff val="0"/>
              </a:schemeClr>
            </a:fillRef>
            <a:effectRef idx="2">
              <a:schemeClr val="accent5">
                <a:hueOff val="-1931012"/>
                <a:satOff val="-4977"/>
                <a:lumOff val="-3361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7" name="Oval 11">
              <a:extLst>
                <a:ext uri="{FF2B5EF4-FFF2-40B4-BE49-F238E27FC236}">
                  <a16:creationId xmlns:a16="http://schemas.microsoft.com/office/drawing/2014/main" id="{BE2CA745-10DB-47C8-21E6-6B9F3EF55545}"/>
                </a:ext>
              </a:extLst>
            </p:cNvPr>
            <p:cNvSpPr txBox="1"/>
            <p:nvPr/>
          </p:nvSpPr>
          <p:spPr>
            <a:xfrm>
              <a:off x="3550645" y="957325"/>
              <a:ext cx="725847" cy="725847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0030" tIns="12700" rIns="80030" bIns="12700" numCol="1" spcCol="1270" anchor="ctr" anchorCtr="0">
              <a:noAutofit/>
            </a:bodyPr>
            <a:lstStyle/>
            <a:p>
              <a:pPr marL="0" lvl="0" indent="0" algn="ctr" defTabSz="2133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4800" kern="1200"/>
                <a:t>2</a:t>
              </a:r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6FE648A2-BFBF-1F6D-C577-9F6EC9FC3466}"/>
              </a:ext>
            </a:extLst>
          </p:cNvPr>
          <p:cNvSpPr/>
          <p:nvPr/>
        </p:nvSpPr>
        <p:spPr>
          <a:xfrm>
            <a:off x="3529742" y="5139766"/>
            <a:ext cx="2444055" cy="72"/>
          </a:xfrm>
          <a:prstGeom prst="rect">
            <a:avLst/>
          </a:prstGeom>
        </p:spPr>
        <p:style>
          <a:lnRef idx="1">
            <a:schemeClr val="accent5">
              <a:hueOff val="-2896518"/>
              <a:satOff val="-7465"/>
              <a:lumOff val="-5042"/>
              <a:alphaOff val="0"/>
            </a:schemeClr>
          </a:lnRef>
          <a:fillRef idx="3">
            <a:schemeClr val="accent5">
              <a:hueOff val="-2896518"/>
              <a:satOff val="-7465"/>
              <a:lumOff val="-5042"/>
              <a:alphaOff val="0"/>
            </a:schemeClr>
          </a:fillRef>
          <a:effectRef idx="2">
            <a:schemeClr val="accent5">
              <a:hueOff val="-2896518"/>
              <a:satOff val="-7465"/>
              <a:lumOff val="-5042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008B800-73CE-2C76-747F-1949DB78DD96}"/>
              </a:ext>
            </a:extLst>
          </p:cNvPr>
          <p:cNvGrpSpPr/>
          <p:nvPr/>
        </p:nvGrpSpPr>
        <p:grpSpPr>
          <a:xfrm>
            <a:off x="6218203" y="1718161"/>
            <a:ext cx="2444055" cy="3421677"/>
            <a:chOff x="5380002" y="464830"/>
            <a:chExt cx="2444055" cy="3421677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F07B784-EAD9-7A89-D62D-D78024A5A8F4}"/>
                </a:ext>
              </a:extLst>
            </p:cNvPr>
            <p:cNvSpPr/>
            <p:nvPr/>
          </p:nvSpPr>
          <p:spPr>
            <a:xfrm>
              <a:off x="5380002" y="464830"/>
              <a:ext cx="2444055" cy="3421677"/>
            </a:xfrm>
            <a:prstGeom prst="rect">
              <a:avLst/>
            </a:prstGeom>
          </p:spPr>
          <p:style>
            <a:lnRef idx="1">
              <a:schemeClr val="accent5">
                <a:tint val="40000"/>
                <a:alpha val="90000"/>
                <a:hueOff val="-4493175"/>
                <a:satOff val="-15221"/>
                <a:lumOff val="-1952"/>
                <a:alphaOff val="0"/>
              </a:schemeClr>
            </a:lnRef>
            <a:fillRef idx="1">
              <a:schemeClr val="accent5">
                <a:tint val="40000"/>
                <a:alpha val="90000"/>
                <a:hueOff val="-4493175"/>
                <a:satOff val="-15221"/>
                <a:lumOff val="-1952"/>
                <a:alphaOff val="0"/>
              </a:schemeClr>
            </a:fillRef>
            <a:effectRef idx="0">
              <a:schemeClr val="accent5">
                <a:tint val="40000"/>
                <a:alpha val="90000"/>
                <a:hueOff val="-4493175"/>
                <a:satOff val="-15221"/>
                <a:lumOff val="-1952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4E296E5-7F6B-6F3E-E478-230815830DAF}"/>
                </a:ext>
              </a:extLst>
            </p:cNvPr>
            <p:cNvSpPr txBox="1"/>
            <p:nvPr/>
          </p:nvSpPr>
          <p:spPr>
            <a:xfrm>
              <a:off x="5380002" y="1765067"/>
              <a:ext cx="2444055" cy="205300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90548" tIns="330200" rIns="190548" bIns="330200" numCol="1" spcCol="1270" anchor="t" anchorCtr="0">
              <a:noAutofit/>
            </a:bodyPr>
            <a:lstStyle/>
            <a:p>
              <a:pPr defTabSz="10668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400"/>
                <a:t>If additional time had been available ...</a:t>
              </a:r>
              <a:endParaRPr lang="en-US" sz="2400" kern="120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00500D0-CF6B-7FC6-331A-F5AFEBA9C297}"/>
              </a:ext>
            </a:extLst>
          </p:cNvPr>
          <p:cNvGrpSpPr/>
          <p:nvPr/>
        </p:nvGrpSpPr>
        <p:grpSpPr>
          <a:xfrm>
            <a:off x="6926979" y="2060328"/>
            <a:ext cx="1026503" cy="1026503"/>
            <a:chOff x="6088778" y="806997"/>
            <a:chExt cx="1026503" cy="1026503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986360B8-6553-11C8-2F21-DB869F7CA2F9}"/>
                </a:ext>
              </a:extLst>
            </p:cNvPr>
            <p:cNvSpPr/>
            <p:nvPr/>
          </p:nvSpPr>
          <p:spPr>
            <a:xfrm>
              <a:off x="6088778" y="806997"/>
              <a:ext cx="1026503" cy="1026503"/>
            </a:xfrm>
            <a:prstGeom prst="ellipse">
              <a:avLst/>
            </a:prstGeom>
          </p:spPr>
          <p:style>
            <a:lnRef idx="1">
              <a:schemeClr val="accent5">
                <a:hueOff val="-3862025"/>
                <a:satOff val="-9954"/>
                <a:lumOff val="-6723"/>
                <a:alphaOff val="0"/>
              </a:schemeClr>
            </a:lnRef>
            <a:fillRef idx="3">
              <a:schemeClr val="accent5">
                <a:hueOff val="-3862025"/>
                <a:satOff val="-9954"/>
                <a:lumOff val="-6723"/>
                <a:alphaOff val="0"/>
              </a:schemeClr>
            </a:fillRef>
            <a:effectRef idx="2">
              <a:schemeClr val="accent5">
                <a:hueOff val="-3862025"/>
                <a:satOff val="-9954"/>
                <a:lumOff val="-6723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3" name="Oval 16">
              <a:extLst>
                <a:ext uri="{FF2B5EF4-FFF2-40B4-BE49-F238E27FC236}">
                  <a16:creationId xmlns:a16="http://schemas.microsoft.com/office/drawing/2014/main" id="{1AA8097C-D26A-B6D1-6CF6-43B893F9E785}"/>
                </a:ext>
              </a:extLst>
            </p:cNvPr>
            <p:cNvSpPr txBox="1"/>
            <p:nvPr/>
          </p:nvSpPr>
          <p:spPr>
            <a:xfrm>
              <a:off x="6239106" y="957325"/>
              <a:ext cx="725847" cy="725847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0030" tIns="12700" rIns="80030" bIns="12700" numCol="1" spcCol="1270" anchor="ctr" anchorCtr="0">
              <a:noAutofit/>
            </a:bodyPr>
            <a:lstStyle/>
            <a:p>
              <a:pPr marL="0" lvl="0" indent="0" algn="ctr" defTabSz="2133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4800" kern="1200"/>
                <a:t>3</a:t>
              </a:r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B4AF1218-FB42-C644-F51B-1AFFCF51C873}"/>
              </a:ext>
            </a:extLst>
          </p:cNvPr>
          <p:cNvSpPr/>
          <p:nvPr/>
        </p:nvSpPr>
        <p:spPr>
          <a:xfrm>
            <a:off x="6218203" y="5139766"/>
            <a:ext cx="2444055" cy="72"/>
          </a:xfrm>
          <a:prstGeom prst="rect">
            <a:avLst/>
          </a:prstGeom>
        </p:spPr>
        <p:style>
          <a:lnRef idx="1">
            <a:schemeClr val="accent5">
              <a:hueOff val="-4827531"/>
              <a:satOff val="-12442"/>
              <a:lumOff val="-8404"/>
              <a:alphaOff val="0"/>
            </a:schemeClr>
          </a:lnRef>
          <a:fillRef idx="3">
            <a:schemeClr val="accent5">
              <a:hueOff val="-4827531"/>
              <a:satOff val="-12442"/>
              <a:lumOff val="-8404"/>
              <a:alphaOff val="0"/>
            </a:schemeClr>
          </a:fillRef>
          <a:effectRef idx="2">
            <a:schemeClr val="accent5">
              <a:hueOff val="-4827531"/>
              <a:satOff val="-12442"/>
              <a:lumOff val="-8404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3AD5B05-0028-D5E6-8819-5792D18A031B}"/>
              </a:ext>
            </a:extLst>
          </p:cNvPr>
          <p:cNvGrpSpPr/>
          <p:nvPr/>
        </p:nvGrpSpPr>
        <p:grpSpPr>
          <a:xfrm>
            <a:off x="8906664" y="1718161"/>
            <a:ext cx="2444055" cy="3421677"/>
            <a:chOff x="8068463" y="464830"/>
            <a:chExt cx="2444055" cy="3421677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022F8AE-3DFC-23EF-540B-697142D50D8A}"/>
                </a:ext>
              </a:extLst>
            </p:cNvPr>
            <p:cNvSpPr/>
            <p:nvPr/>
          </p:nvSpPr>
          <p:spPr>
            <a:xfrm>
              <a:off x="8068463" y="464830"/>
              <a:ext cx="2444055" cy="3421677"/>
            </a:xfrm>
            <a:prstGeom prst="rect">
              <a:avLst/>
            </a:prstGeom>
          </p:spPr>
          <p:style>
            <a:lnRef idx="1">
              <a:schemeClr val="accent5">
                <a:tint val="40000"/>
                <a:alpha val="90000"/>
                <a:hueOff val="-6739762"/>
                <a:satOff val="-22832"/>
                <a:lumOff val="-2928"/>
                <a:alphaOff val="0"/>
              </a:schemeClr>
            </a:lnRef>
            <a:fillRef idx="1">
              <a:schemeClr val="accent5">
                <a:tint val="40000"/>
                <a:alpha val="90000"/>
                <a:hueOff val="-6739762"/>
                <a:satOff val="-22832"/>
                <a:lumOff val="-2928"/>
                <a:alphaOff val="0"/>
              </a:schemeClr>
            </a:fillRef>
            <a:effectRef idx="0">
              <a:schemeClr val="accent5">
                <a:tint val="40000"/>
                <a:alpha val="90000"/>
                <a:hueOff val="-6739762"/>
                <a:satOff val="-22832"/>
                <a:lumOff val="-2928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E32806D1-E06B-8AD0-D71F-CB274734549E}"/>
                </a:ext>
              </a:extLst>
            </p:cNvPr>
            <p:cNvSpPr txBox="1"/>
            <p:nvPr/>
          </p:nvSpPr>
          <p:spPr>
            <a:xfrm>
              <a:off x="8068463" y="1765067"/>
              <a:ext cx="2444055" cy="205300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90548" tIns="330200" rIns="190548" bIns="330200" numCol="1" spcCol="1270" anchor="t" anchorCtr="0">
              <a:noAutofit/>
            </a:bodyPr>
            <a:lstStyle/>
            <a:p>
              <a:pPr marL="0" lvl="0" indent="0" algn="l" defTabSz="10668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400" kern="1200"/>
                <a:t>Conclusion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D2174D5-0EE4-82AB-CB4E-5EB0B9053F56}"/>
              </a:ext>
            </a:extLst>
          </p:cNvPr>
          <p:cNvGrpSpPr/>
          <p:nvPr/>
        </p:nvGrpSpPr>
        <p:grpSpPr>
          <a:xfrm>
            <a:off x="9615440" y="2060328"/>
            <a:ext cx="1026503" cy="1026503"/>
            <a:chOff x="8777239" y="806997"/>
            <a:chExt cx="1026503" cy="1026503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E7152891-CE45-2C69-AE0C-1C080858EB3F}"/>
                </a:ext>
              </a:extLst>
            </p:cNvPr>
            <p:cNvSpPr/>
            <p:nvPr/>
          </p:nvSpPr>
          <p:spPr>
            <a:xfrm>
              <a:off x="8777239" y="806997"/>
              <a:ext cx="1026503" cy="1026503"/>
            </a:xfrm>
            <a:prstGeom prst="ellipse">
              <a:avLst/>
            </a:prstGeom>
          </p:spPr>
          <p:style>
            <a:lnRef idx="1">
              <a:schemeClr val="accent5">
                <a:hueOff val="-5793037"/>
                <a:satOff val="-14931"/>
                <a:lumOff val="-10084"/>
                <a:alphaOff val="0"/>
              </a:schemeClr>
            </a:lnRef>
            <a:fillRef idx="3">
              <a:schemeClr val="accent5">
                <a:hueOff val="-5793037"/>
                <a:satOff val="-14931"/>
                <a:lumOff val="-10084"/>
                <a:alphaOff val="0"/>
              </a:schemeClr>
            </a:fillRef>
            <a:effectRef idx="2">
              <a:schemeClr val="accent5">
                <a:hueOff val="-5793037"/>
                <a:satOff val="-14931"/>
                <a:lumOff val="-10084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Oval 21">
              <a:extLst>
                <a:ext uri="{FF2B5EF4-FFF2-40B4-BE49-F238E27FC236}">
                  <a16:creationId xmlns:a16="http://schemas.microsoft.com/office/drawing/2014/main" id="{07825BF3-EE5E-AB52-22DF-69EE296FE926}"/>
                </a:ext>
              </a:extLst>
            </p:cNvPr>
            <p:cNvSpPr txBox="1"/>
            <p:nvPr/>
          </p:nvSpPr>
          <p:spPr>
            <a:xfrm>
              <a:off x="8927567" y="957325"/>
              <a:ext cx="725847" cy="725847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0030" tIns="12700" rIns="80030" bIns="12700" numCol="1" spcCol="1270" anchor="ctr" anchorCtr="0">
              <a:noAutofit/>
            </a:bodyPr>
            <a:lstStyle/>
            <a:p>
              <a:pPr marL="0" lvl="0" indent="0" algn="ctr" defTabSz="2133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4800" kern="1200"/>
                <a:t>4</a:t>
              </a:r>
            </a:p>
          </p:txBody>
        </p:sp>
      </p:grpSp>
      <p:sp>
        <p:nvSpPr>
          <p:cNvPr id="27" name="Rectangle 26">
            <a:extLst>
              <a:ext uri="{FF2B5EF4-FFF2-40B4-BE49-F238E27FC236}">
                <a16:creationId xmlns:a16="http://schemas.microsoft.com/office/drawing/2014/main" id="{2007ED3A-93C7-69F2-AFC4-B14CB18C0C86}"/>
              </a:ext>
            </a:extLst>
          </p:cNvPr>
          <p:cNvSpPr/>
          <p:nvPr/>
        </p:nvSpPr>
        <p:spPr>
          <a:xfrm>
            <a:off x="8906664" y="5139766"/>
            <a:ext cx="2444055" cy="72"/>
          </a:xfrm>
          <a:prstGeom prst="rect">
            <a:avLst/>
          </a:prstGeom>
        </p:spPr>
        <p:style>
          <a:lnRef idx="1">
            <a:schemeClr val="accent5">
              <a:hueOff val="-6758543"/>
              <a:satOff val="-17419"/>
              <a:lumOff val="-11765"/>
              <a:alphaOff val="0"/>
            </a:schemeClr>
          </a:lnRef>
          <a:fillRef idx="3">
            <a:schemeClr val="accent5">
              <a:hueOff val="-6758543"/>
              <a:satOff val="-17419"/>
              <a:lumOff val="-11765"/>
              <a:alphaOff val="0"/>
            </a:schemeClr>
          </a:fillRef>
          <a:effectRef idx="2">
            <a:schemeClr val="accent5">
              <a:hueOff val="-6758543"/>
              <a:satOff val="-17419"/>
              <a:lumOff val="-11765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4" name="Title 1">
            <a:extLst>
              <a:ext uri="{FF2B5EF4-FFF2-40B4-BE49-F238E27FC236}">
                <a16:creationId xmlns:a16="http://schemas.microsoft.com/office/drawing/2014/main" id="{0D028D45-41D9-57B2-8E3D-B6BF28655691}"/>
              </a:ext>
            </a:extLst>
          </p:cNvPr>
          <p:cNvSpPr txBox="1">
            <a:spLocks/>
          </p:cNvSpPr>
          <p:nvPr/>
        </p:nvSpPr>
        <p:spPr>
          <a:xfrm>
            <a:off x="378759" y="1746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5276250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D7E5A6-23BF-A084-9C32-B6C4FA3F6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A4A101-0C7D-98BC-B1FF-9970BF4315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6396" y="586855"/>
            <a:ext cx="4230100" cy="338749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Improvements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21D8C8-8285-C4F3-DC36-7CD06DCDD47C}"/>
              </a:ext>
            </a:extLst>
          </p:cNvPr>
          <p:cNvSpPr txBox="1"/>
          <p:nvPr/>
        </p:nvSpPr>
        <p:spPr>
          <a:xfrm>
            <a:off x="5928898" y="583220"/>
            <a:ext cx="6077228" cy="5777959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>
                <a:latin typeface="Times New Roman"/>
                <a:cs typeface="Times New Roman"/>
              </a:rPr>
              <a:t>Browser messages are now in app messages.</a:t>
            </a:r>
          </a:p>
          <a:p>
            <a:pPr marL="57150">
              <a:lnSpc>
                <a:spcPct val="90000"/>
              </a:lnSpc>
              <a:spcAft>
                <a:spcPts val="600"/>
              </a:spcAft>
            </a:pPr>
            <a:endParaRPr lang="en-US" sz="2000">
              <a:latin typeface="Times New Roman"/>
              <a:cs typeface="Times New Roman"/>
            </a:endParaRP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>
                <a:latin typeface="Times New Roman"/>
                <a:cs typeface="Times New Roman"/>
              </a:rPr>
              <a:t>The receipt scanner categorizing is better(not perfect).</a:t>
            </a:r>
          </a:p>
          <a:p>
            <a:pPr marL="57150">
              <a:lnSpc>
                <a:spcPct val="90000"/>
              </a:lnSpc>
              <a:spcAft>
                <a:spcPts val="600"/>
              </a:spcAft>
            </a:pPr>
            <a:endParaRPr lang="en-US" sz="2000">
              <a:latin typeface="Times New Roman"/>
              <a:cs typeface="Times New Roman"/>
            </a:endParaRP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>
                <a:latin typeface="Times New Roman"/>
                <a:cs typeface="Times New Roman"/>
              </a:rPr>
              <a:t>Made minor CSS changes .</a:t>
            </a:r>
          </a:p>
          <a:p>
            <a:pPr marL="57150">
              <a:lnSpc>
                <a:spcPct val="90000"/>
              </a:lnSpc>
              <a:spcAft>
                <a:spcPts val="600"/>
              </a:spcAft>
            </a:pPr>
            <a:endParaRPr lang="en-US" sz="2000">
              <a:latin typeface="Times New Roman"/>
              <a:cs typeface="Times New Roman"/>
            </a:endParaRP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>
                <a:latin typeface="Times New Roman"/>
                <a:cs typeface="Times New Roman"/>
              </a:rPr>
              <a:t>Filters are used to narrow down transactions by displaying only the information with specific criteria.</a:t>
            </a:r>
          </a:p>
          <a:p>
            <a:pPr marL="57150">
              <a:lnSpc>
                <a:spcPct val="90000"/>
              </a:lnSpc>
              <a:spcAft>
                <a:spcPts val="600"/>
              </a:spcAft>
            </a:pPr>
            <a:endParaRPr lang="en-US" sz="2000">
              <a:latin typeface="Times New Roman"/>
              <a:cs typeface="Times New Roman"/>
            </a:endParaRP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>
                <a:latin typeface="Times New Roman"/>
                <a:cs typeface="Times New Roman"/>
              </a:rPr>
              <a:t>Pagination: used to divide the table of transactions to improve readability and navigation.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18405430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495B0D-3327-5D39-FA47-9F264230C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52239-473C-4603-246A-AF97D17F47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9562" y="697217"/>
            <a:ext cx="3897559" cy="82107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3200" kern="1200">
                <a:latin typeface="+mj-lt"/>
                <a:ea typeface="+mj-ea"/>
                <a:cs typeface="+mj-cs"/>
              </a:rPr>
              <a:t>New </a:t>
            </a:r>
            <a:r>
              <a:rPr lang="en-US" sz="3200"/>
              <a:t>feature</a:t>
            </a:r>
            <a:r>
              <a:rPr lang="en-US" sz="3200" kern="1200">
                <a:latin typeface="+mj-lt"/>
                <a:ea typeface="+mj-ea"/>
                <a:cs typeface="+mj-cs"/>
              </a:rPr>
              <a:t>: </a:t>
            </a:r>
            <a:r>
              <a:rPr lang="en-US" sz="3200" kern="1200">
                <a:solidFill>
                  <a:srgbClr val="FF0000"/>
                </a:solidFill>
                <a:latin typeface="+mj-lt"/>
                <a:ea typeface="+mj-ea"/>
                <a:cs typeface="+mj-cs"/>
              </a:rPr>
              <a:t>Graphs!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20E567-2657-EC27-C696-05D5FBE2F982}"/>
              </a:ext>
            </a:extLst>
          </p:cNvPr>
          <p:cNvSpPr txBox="1"/>
          <p:nvPr/>
        </p:nvSpPr>
        <p:spPr>
          <a:xfrm>
            <a:off x="324519" y="2820607"/>
            <a:ext cx="4339299" cy="3757049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t" anchorCtr="0" forceAA="0" compatLnSpc="1">
            <a:prstTxWarp prst="textNoShape">
              <a:avLst/>
            </a:prstTxWarp>
            <a:normAutofit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>
                <a:latin typeface="Times New Roman"/>
                <a:cs typeface="Times New Roman"/>
              </a:rPr>
              <a:t>Made using </a:t>
            </a:r>
            <a:r>
              <a:rPr lang="en-US" sz="2000" err="1">
                <a:latin typeface="Times New Roman"/>
                <a:cs typeface="Times New Roman"/>
              </a:rPr>
              <a:t>ChartJS</a:t>
            </a:r>
            <a:r>
              <a:rPr lang="en-US" sz="2000">
                <a:latin typeface="Times New Roman"/>
                <a:cs typeface="Times New Roman"/>
              </a:rPr>
              <a:t>.</a:t>
            </a:r>
          </a:p>
          <a:p>
            <a:pPr marL="57150">
              <a:lnSpc>
                <a:spcPct val="90000"/>
              </a:lnSpc>
              <a:spcAft>
                <a:spcPts val="600"/>
              </a:spcAft>
            </a:pPr>
            <a:endParaRPr lang="en-US" sz="2000">
              <a:latin typeface="Times New Roman"/>
              <a:cs typeface="Times New Roman"/>
            </a:endParaRP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>
                <a:latin typeface="Times New Roman"/>
                <a:cs typeface="Times New Roman"/>
              </a:rPr>
              <a:t>Based off user incomes and expenses.</a:t>
            </a:r>
          </a:p>
          <a:p>
            <a:pPr marL="57150">
              <a:lnSpc>
                <a:spcPct val="90000"/>
              </a:lnSpc>
              <a:spcAft>
                <a:spcPts val="600"/>
              </a:spcAft>
            </a:pPr>
            <a:endParaRPr lang="en-US" sz="2000">
              <a:latin typeface="Times New Roman"/>
              <a:cs typeface="Times New Roman"/>
            </a:endParaRP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>
                <a:latin typeface="Times New Roman"/>
                <a:cs typeface="Times New Roman"/>
              </a:rPr>
              <a:t>Gives the users good visualization and easy understanding of their finances.</a:t>
            </a:r>
          </a:p>
        </p:txBody>
      </p:sp>
      <p:pic>
        <p:nvPicPr>
          <p:cNvPr id="6" name="Picture 5" descr="A graph with a line&#10;&#10;AI-generated content may be incorrect.">
            <a:extLst>
              <a:ext uri="{FF2B5EF4-FFF2-40B4-BE49-F238E27FC236}">
                <a16:creationId xmlns:a16="http://schemas.microsoft.com/office/drawing/2014/main" id="{7A014FFF-E936-52B5-C3FD-4AA4A0496A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9664" y="698816"/>
            <a:ext cx="7417441" cy="5094199"/>
          </a:xfrm>
          <a:prstGeom prst="rect">
            <a:avLst/>
          </a:prstGeom>
        </p:spPr>
      </p:pic>
      <p:grpSp>
        <p:nvGrpSpPr>
          <p:cNvPr id="81" name="Group 80">
            <a:extLst>
              <a:ext uri="{FF2B5EF4-FFF2-40B4-BE49-F238E27FC236}">
                <a16:creationId xmlns:a16="http://schemas.microsoft.com/office/drawing/2014/main" id="{6258F736-B256-8039-9DC6-F4E49A5C5A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10B4520A-996E-330C-99DA-69CA4D89E9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EC8FA945-E356-695F-18D6-CAD4EF34FE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44583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6FF2B5-852A-EDD0-B073-AF428128E22C}"/>
              </a:ext>
            </a:extLst>
          </p:cNvPr>
          <p:cNvSpPr>
            <a:spLocks noGrp="1"/>
          </p:cNvSpPr>
          <p:nvPr/>
        </p:nvSpPr>
        <p:spPr>
          <a:xfrm>
            <a:off x="699713" y="248038"/>
            <a:ext cx="7063721" cy="1159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spcAft>
                <a:spcPts val="600"/>
              </a:spcAft>
            </a:pPr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We will </a:t>
            </a:r>
            <a:r>
              <a:rPr lang="en-US" sz="4000">
                <a:solidFill>
                  <a:srgbClr val="FFFFFF"/>
                </a:solidFill>
              </a:rPr>
              <a:t>demonstrate</a:t>
            </a:r>
            <a:endParaRPr lang="en-US" sz="40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904E228-37A9-5E59-B124-879E5B33852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06031738"/>
              </p:ext>
            </p:extLst>
          </p:nvPr>
        </p:nvGraphicFramePr>
        <p:xfrm>
          <a:off x="855945" y="1555315"/>
          <a:ext cx="10486333" cy="5304760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4007227">
                  <a:extLst>
                    <a:ext uri="{9D8B030D-6E8A-4147-A177-3AD203B41FA5}">
                      <a16:colId xmlns:a16="http://schemas.microsoft.com/office/drawing/2014/main" val="3772628775"/>
                    </a:ext>
                  </a:extLst>
                </a:gridCol>
                <a:gridCol w="6479106">
                  <a:extLst>
                    <a:ext uri="{9D8B030D-6E8A-4147-A177-3AD203B41FA5}">
                      <a16:colId xmlns:a16="http://schemas.microsoft.com/office/drawing/2014/main" val="2490960019"/>
                    </a:ext>
                  </a:extLst>
                </a:gridCol>
              </a:tblGrid>
              <a:tr h="77902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endParaRPr lang="en-US" sz="2000" b="1" cap="none" spc="30">
                        <a:solidFill>
                          <a:schemeClr val="tx1"/>
                        </a:solidFill>
                        <a:effectLst/>
                        <a:latin typeface="quote-cjk-patch"/>
                      </a:endParaRPr>
                    </a:p>
                  </a:txBody>
                  <a:tcPr marL="0" marR="11639" marT="204803" marB="204803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2000" b="1" cap="none" spc="3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Description</a:t>
                      </a:r>
                    </a:p>
                  </a:txBody>
                  <a:tcPr marL="0" marR="11639" marT="204803" marB="204803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1425611"/>
                  </a:ext>
                </a:extLst>
              </a:tr>
              <a:tr h="75429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500" b="0" cap="none" spc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📷 Receipt Upload</a:t>
                      </a:r>
                    </a:p>
                  </a:txBody>
                  <a:tcPr marL="0" marR="327685" marT="204803" marB="20480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500" b="0" cap="none" spc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Scan receipts with </a:t>
                      </a:r>
                      <a:r>
                        <a:rPr lang="en-US" sz="1500" b="0" cap="none" spc="0" err="1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Veryfi</a:t>
                      </a:r>
                      <a:r>
                        <a:rPr lang="en-US" sz="1500" b="0" cap="none" spc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 OCR.</a:t>
                      </a:r>
                    </a:p>
                  </a:txBody>
                  <a:tcPr marL="0" marR="196611" marT="204803" marB="20480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0723029"/>
                  </a:ext>
                </a:extLst>
              </a:tr>
              <a:tr h="75429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500" b="0" cap="none" spc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💰 Expense Tracking</a:t>
                      </a:r>
                    </a:p>
                  </a:txBody>
                  <a:tcPr marL="58196" marR="327685" marT="204803" marB="20480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500" b="0" cap="none" spc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Manual or automatic transaction entry.</a:t>
                      </a:r>
                    </a:p>
                  </a:txBody>
                  <a:tcPr marL="58196" marR="196611" marT="204803" marB="20480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719952"/>
                  </a:ext>
                </a:extLst>
              </a:tr>
              <a:tr h="75429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500" b="0" cap="none" spc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🤖 AI Insights</a:t>
                      </a:r>
                    </a:p>
                  </a:txBody>
                  <a:tcPr marL="0" marR="327685" marT="204803" marB="20480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500" b="0" cap="none" spc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Smart spending analysis and suggestions.</a:t>
                      </a:r>
                    </a:p>
                  </a:txBody>
                  <a:tcPr marL="0" marR="196611" marT="204803" marB="20480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8404127"/>
                  </a:ext>
                </a:extLst>
              </a:tr>
              <a:tr h="75429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500" b="0" cap="none" spc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✏️ Edit Transactions</a:t>
                      </a:r>
                    </a:p>
                  </a:txBody>
                  <a:tcPr marL="58196" marR="327685" marT="204803" marB="20480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500" b="0" cap="none" spc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Update expenses and incomes anytime.</a:t>
                      </a:r>
                    </a:p>
                  </a:txBody>
                  <a:tcPr marL="58196" marR="196611" marT="204803" marB="20480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6236696"/>
                  </a:ext>
                </a:extLst>
              </a:tr>
              <a:tr h="75429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500" b="0" cap="none" spc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📊 Dashboard</a:t>
                      </a:r>
                    </a:p>
                  </a:txBody>
                  <a:tcPr marL="0" marR="327685" marT="204803" marB="20480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500" b="0" cap="none" spc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View balance and transaction history with pagination and filters</a:t>
                      </a:r>
                    </a:p>
                  </a:txBody>
                  <a:tcPr marL="0" marR="196611" marT="204803" marB="20480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1716087"/>
                  </a:ext>
                </a:extLst>
              </a:tr>
              <a:tr h="754290">
                <a:tc>
                  <a:txBody>
                    <a:bodyPr/>
                    <a:lstStyle/>
                    <a:p>
                      <a:pPr marL="0" lvl="0" algn="l" defTabSz="914400" rtl="0" eaLnBrk="1" latinLnBrk="0" hangingPunct="1">
                        <a:lnSpc>
                          <a:spcPts val="1875"/>
                        </a:lnSpc>
                        <a:buNone/>
                      </a:pPr>
                      <a:r>
                        <a:rPr lang="en-US" sz="1500" b="0" kern="1200" cap="none" spc="0" noProof="0">
                          <a:solidFill>
                            <a:schemeClr val="tx1"/>
                          </a:solidFill>
                          <a:effectLst/>
                          <a:latin typeface="quote-cjk-patch"/>
                          <a:ea typeface="+mn-ea"/>
                          <a:cs typeface="+mn-cs"/>
                        </a:rPr>
                        <a:t>📈</a:t>
                      </a:r>
                      <a:r>
                        <a:rPr lang="en-US" sz="1500" b="0" kern="1200" cap="none" spc="0">
                          <a:solidFill>
                            <a:schemeClr val="tx1"/>
                          </a:solidFill>
                          <a:effectLst/>
                          <a:latin typeface="quote-cjk-patch"/>
                          <a:ea typeface="+mn-ea"/>
                          <a:cs typeface="+mn-cs"/>
                        </a:rPr>
                        <a:t>Graphs</a:t>
                      </a:r>
                    </a:p>
                  </a:txBody>
                  <a:tcPr marL="0" marR="327685" marT="204802" marB="20480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0" hangingPunct="1">
                        <a:lnSpc>
                          <a:spcPts val="1875"/>
                        </a:lnSpc>
                        <a:buNone/>
                      </a:pPr>
                      <a:r>
                        <a:rPr lang="en-US" sz="1500" b="0" kern="1200" cap="none" spc="0">
                          <a:solidFill>
                            <a:schemeClr val="tx1"/>
                          </a:solidFill>
                          <a:effectLst/>
                          <a:latin typeface="quote-cjk-patch"/>
                          <a:ea typeface="+mn-ea"/>
                          <a:cs typeface="+mn-cs"/>
                        </a:rPr>
                        <a:t>Visuals for the users.</a:t>
                      </a:r>
                    </a:p>
                  </a:txBody>
                  <a:tcPr marL="0" marR="196610" marT="204802" marB="20480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9655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27643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9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958BA3-F5E3-BE07-FD03-20E8CBA512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76" y="2369541"/>
            <a:ext cx="4526306" cy="346947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>
                <a:solidFill>
                  <a:srgbClr val="FFFFFF"/>
                </a:solidFill>
                <a:ea typeface="+mj-lt"/>
                <a:cs typeface="+mj-lt"/>
              </a:rPr>
              <a:t>If additional time had </a:t>
            </a:r>
            <a:br>
              <a:rPr lang="en-US" sz="3200">
                <a:solidFill>
                  <a:srgbClr val="FFFFFF"/>
                </a:solidFill>
                <a:ea typeface="+mj-lt"/>
                <a:cs typeface="+mj-lt"/>
              </a:rPr>
            </a:br>
            <a:r>
              <a:rPr lang="en-US" sz="3200">
                <a:solidFill>
                  <a:srgbClr val="FFFFFF"/>
                </a:solidFill>
                <a:ea typeface="+mj-lt"/>
                <a:cs typeface="+mj-lt"/>
              </a:rPr>
              <a:t>been available ...</a:t>
            </a:r>
          </a:p>
          <a:p>
            <a:endParaRPr lang="en-US" sz="4000" kern="1200">
              <a:solidFill>
                <a:srgbClr val="FFFFFF"/>
              </a:solidFill>
              <a:latin typeface="Aptos Display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43EFDA-8AC3-4EF4-F3D5-7B06BDA6A3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6554" y="1715190"/>
            <a:ext cx="7207246" cy="357829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000" b="1">
                <a:latin typeface="Times New Roman"/>
                <a:cs typeface="Times New Roman"/>
              </a:rPr>
              <a:t>Enhance the graphs to give betters visuals and apply filters.</a:t>
            </a:r>
          </a:p>
          <a:p>
            <a:pPr marL="0" indent="0">
              <a:buNone/>
            </a:pPr>
            <a:endParaRPr lang="en-US" sz="2000" b="1">
              <a:latin typeface="Times New Roman"/>
              <a:cs typeface="Times New Roman"/>
            </a:endParaRPr>
          </a:p>
          <a:p>
            <a:r>
              <a:rPr lang="en-US" sz="2000" b="1">
                <a:latin typeface="Times New Roman"/>
                <a:cs typeface="Times New Roman"/>
              </a:rPr>
              <a:t>Perfect the receipt scanner categorization.</a:t>
            </a:r>
          </a:p>
          <a:p>
            <a:pPr marL="0" indent="0">
              <a:buNone/>
            </a:pPr>
            <a:endParaRPr lang="en-US" sz="2000" b="1">
              <a:latin typeface="Times New Roman"/>
              <a:cs typeface="Times New Roman"/>
            </a:endParaRPr>
          </a:p>
          <a:p>
            <a:r>
              <a:rPr lang="en-US" sz="2000" b="1">
                <a:latin typeface="Times New Roman"/>
                <a:cs typeface="Times New Roman"/>
              </a:rPr>
              <a:t>Create a budgets page so a user could set a desired budget.</a:t>
            </a:r>
          </a:p>
          <a:p>
            <a:pPr marL="0" indent="0">
              <a:buNone/>
            </a:pPr>
            <a:endParaRPr lang="en-US" sz="2000" b="1">
              <a:latin typeface="Times New Roman"/>
              <a:cs typeface="Times New Roman"/>
            </a:endParaRPr>
          </a:p>
          <a:p>
            <a:r>
              <a:rPr lang="en-US" sz="2000" b="1">
                <a:latin typeface="Times New Roman"/>
                <a:cs typeface="Times New Roman"/>
              </a:rPr>
              <a:t>Mass deletes for selected transactions</a:t>
            </a:r>
          </a:p>
        </p:txBody>
      </p:sp>
    </p:spTree>
    <p:extLst>
      <p:ext uri="{BB962C8B-B14F-4D97-AF65-F5344CB8AC3E}">
        <p14:creationId xmlns:p14="http://schemas.microsoft.com/office/powerpoint/2010/main" val="2326521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14C2221-2B8C-494D-9442-F812DF4E87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E2ECCF-FC3D-2EBC-86D7-73C2C84D54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238276" y="2497930"/>
            <a:ext cx="4788202" cy="2601119"/>
          </a:xfrm>
        </p:spPr>
        <p:txBody>
          <a:bodyPr anchor="t">
            <a:normAutofit/>
          </a:bodyPr>
          <a:lstStyle/>
          <a:p>
            <a:pPr algn="ctr"/>
            <a:r>
              <a:rPr lang="en-US" sz="4000"/>
              <a:t>Lessons learned</a:t>
            </a:r>
          </a:p>
        </p:txBody>
      </p:sp>
      <p:pic>
        <p:nvPicPr>
          <p:cNvPr id="13" name="Graphic 12" descr="Head with Gears">
            <a:extLst>
              <a:ext uri="{FF2B5EF4-FFF2-40B4-BE49-F238E27FC236}">
                <a16:creationId xmlns:a16="http://schemas.microsoft.com/office/drawing/2014/main" id="{78A3ADFD-8ABE-137C-C1D5-E47E78C9913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69962" y="990337"/>
            <a:ext cx="1168400" cy="116840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BD65A-8469-E0CF-7D54-F38ABADF61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51414" y="560916"/>
            <a:ext cx="7153147" cy="538480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000" b="1">
                <a:solidFill>
                  <a:srgbClr val="FF0000"/>
                </a:solidFill>
                <a:latin typeface="Times New Roman"/>
                <a:cs typeface="Times New Roman"/>
              </a:rPr>
              <a:t>AI inaccuracy issues: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latin typeface="Times New Roman"/>
                <a:cs typeface="Times New Roman"/>
              </a:rPr>
              <a:t>Do not blindly trust AI.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latin typeface="Times New Roman"/>
                <a:cs typeface="Times New Roman"/>
              </a:rPr>
              <a:t>Check over the code it gives you.</a:t>
            </a:r>
          </a:p>
          <a:p>
            <a:pPr marL="457200" lvl="1" indent="0">
              <a:buNone/>
            </a:pPr>
            <a:endParaRPr lang="en-US" sz="2000">
              <a:latin typeface="Times New Roman"/>
              <a:cs typeface="Times New Roman"/>
            </a:endParaRPr>
          </a:p>
          <a:p>
            <a:r>
              <a:rPr lang="en-US" sz="2000" b="1">
                <a:solidFill>
                  <a:srgbClr val="FF0000"/>
                </a:solidFill>
                <a:latin typeface="Times New Roman"/>
                <a:cs typeface="Times New Roman"/>
              </a:rPr>
              <a:t>Veryfi categories: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latin typeface="Times New Roman"/>
                <a:cs typeface="Times New Roman"/>
              </a:rPr>
              <a:t>Could not get it to categorize.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latin typeface="Times New Roman"/>
                <a:cs typeface="Times New Roman"/>
              </a:rPr>
              <a:t>Mapped to </a:t>
            </a:r>
            <a:r>
              <a:rPr lang="en-US" sz="2000" err="1">
                <a:latin typeface="Times New Roman"/>
                <a:cs typeface="Times New Roman"/>
              </a:rPr>
              <a:t>Veryfi</a:t>
            </a:r>
            <a:r>
              <a:rPr lang="en-US" sz="2000">
                <a:latin typeface="Times New Roman"/>
                <a:cs typeface="Times New Roman"/>
              </a:rPr>
              <a:t> given categories.</a:t>
            </a:r>
          </a:p>
          <a:p>
            <a:pPr marL="457200" lvl="1" indent="0">
              <a:buNone/>
            </a:pPr>
            <a:endParaRPr lang="en-US" sz="2000">
              <a:latin typeface="Times New Roman"/>
              <a:cs typeface="Times New Roman"/>
            </a:endParaRPr>
          </a:p>
          <a:p>
            <a:r>
              <a:rPr lang="en-US" sz="2000" b="1">
                <a:solidFill>
                  <a:srgbClr val="FF0000"/>
                </a:solidFill>
                <a:latin typeface="Times New Roman"/>
                <a:cs typeface="Times New Roman"/>
              </a:rPr>
              <a:t>Testing:</a:t>
            </a:r>
            <a:endParaRPr lang="en-US" sz="2000">
              <a:solidFill>
                <a:srgbClr val="FF0000"/>
              </a:solidFill>
              <a:latin typeface="Times New Roman"/>
              <a:cs typeface="Times New Roman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latin typeface="Times New Roman"/>
                <a:cs typeface="Times New Roman"/>
              </a:rPr>
              <a:t>There is a lot of situations to test.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latin typeface="Times New Roman"/>
                <a:cs typeface="Times New Roman"/>
              </a:rPr>
              <a:t>Having multiple accounts with different amount of data helps.</a:t>
            </a:r>
          </a:p>
          <a:p>
            <a:endParaRPr lang="en-US" sz="2000">
              <a:latin typeface="Times New Roman"/>
              <a:cs typeface="Times New Roman"/>
            </a:endParaRPr>
          </a:p>
          <a:p>
            <a:endParaRPr lang="en-US" sz="200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642139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5D5DA7-6CEC-BDC0-17C0-206350CEA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EDDBB197-D710-4A4F-A9CA-FD2177498B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5D1CFA-2CDB-4B64-BD9F-85744E8DA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D74C2D-71CF-4986-4F5E-69F1F83924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8691" y="373930"/>
            <a:ext cx="4977976" cy="1454051"/>
          </a:xfrm>
        </p:spPr>
        <p:txBody>
          <a:bodyPr>
            <a:normAutofit/>
          </a:bodyPr>
          <a:lstStyle/>
          <a:p>
            <a:r>
              <a:rPr lang="en-US" sz="4000" b="1">
                <a:solidFill>
                  <a:schemeClr val="tx2"/>
                </a:solidFill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6E54AF-2FE5-54A5-F419-2C41FC5F7B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195" y="576269"/>
            <a:ext cx="7346108" cy="591817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000">
                <a:solidFill>
                  <a:schemeClr val="tx2"/>
                </a:solidFill>
                <a:latin typeface="Times New Roman"/>
                <a:cs typeface="Times New Roman"/>
              </a:rPr>
              <a:t>Dollar Doodle is more than just a regular personal finance application:</a:t>
            </a:r>
            <a:endParaRPr lang="en-US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2000">
              <a:solidFill>
                <a:schemeClr val="tx2"/>
              </a:solidFill>
              <a:latin typeface="Times New Roman"/>
              <a:cs typeface="Times New Roman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2"/>
                </a:solidFill>
                <a:latin typeface="Times New Roman"/>
                <a:cs typeface="Times New Roman"/>
              </a:rPr>
              <a:t>We use AI insights to help the users make better financial decisions.</a:t>
            </a:r>
          </a:p>
          <a:p>
            <a:pPr marL="457200" lvl="1" indent="0">
              <a:buNone/>
            </a:pPr>
            <a:endParaRPr lang="en-US" sz="2000">
              <a:solidFill>
                <a:schemeClr val="tx2"/>
              </a:solidFill>
              <a:latin typeface="Times New Roman"/>
              <a:cs typeface="Times New Roman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2"/>
                </a:solidFill>
                <a:latin typeface="Times New Roman"/>
                <a:cs typeface="Times New Roman"/>
              </a:rPr>
              <a:t>User friendly interface allows for easy use of the application.</a:t>
            </a:r>
          </a:p>
          <a:p>
            <a:pPr marL="457200" lvl="1" indent="0">
              <a:buNone/>
            </a:pPr>
            <a:endParaRPr lang="en-US" sz="2000">
              <a:solidFill>
                <a:schemeClr val="tx2"/>
              </a:solidFill>
              <a:latin typeface="Times New Roman"/>
              <a:cs typeface="Times New Roman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chemeClr val="tx2"/>
                </a:solidFill>
                <a:latin typeface="Times New Roman"/>
                <a:cs typeface="Times New Roman"/>
              </a:rPr>
              <a:t>Many features that we covered that makes it easier to use.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5EE5136-01F1-466C-962D-BA9B4C6757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369897" y="0"/>
            <a:ext cx="5822103" cy="6685267"/>
            <a:chOff x="6357228" y="0"/>
            <a:chExt cx="5822103" cy="6685267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11D3AD4-AF9B-4EB5-8C7B-C45D173B4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57228" y="0"/>
              <a:ext cx="5822102" cy="6685267"/>
            </a:xfrm>
            <a:custGeom>
              <a:avLst/>
              <a:gdLst>
                <a:gd name="connsiteX0" fmla="*/ 2605444 w 5822102"/>
                <a:gd name="connsiteY0" fmla="*/ 0 h 6685267"/>
                <a:gd name="connsiteX1" fmla="*/ 4757391 w 5822102"/>
                <a:gd name="connsiteY1" fmla="*/ 0 h 6685267"/>
                <a:gd name="connsiteX2" fmla="*/ 4913680 w 5822102"/>
                <a:gd name="connsiteY2" fmla="*/ 56274 h 6685267"/>
                <a:gd name="connsiteX3" fmla="*/ 5376238 w 5822102"/>
                <a:gd name="connsiteY3" fmla="*/ 282027 h 6685267"/>
                <a:gd name="connsiteX4" fmla="*/ 5658024 w 5822102"/>
                <a:gd name="connsiteY4" fmla="*/ 471014 h 6685267"/>
                <a:gd name="connsiteX5" fmla="*/ 5822102 w 5822102"/>
                <a:gd name="connsiteY5" fmla="*/ 609109 h 6685267"/>
                <a:gd name="connsiteX6" fmla="*/ 5822102 w 5822102"/>
                <a:gd name="connsiteY6" fmla="*/ 760697 h 6685267"/>
                <a:gd name="connsiteX7" fmla="*/ 5707785 w 5822102"/>
                <a:gd name="connsiteY7" fmla="*/ 666601 h 6685267"/>
                <a:gd name="connsiteX8" fmla="*/ 5577306 w 5822102"/>
                <a:gd name="connsiteY8" fmla="*/ 571666 h 6685267"/>
                <a:gd name="connsiteX9" fmla="*/ 5298630 w 5822102"/>
                <a:gd name="connsiteY9" fmla="*/ 407449 h 6685267"/>
                <a:gd name="connsiteX10" fmla="*/ 4690768 w 5822102"/>
                <a:gd name="connsiteY10" fmla="*/ 184979 h 6685267"/>
                <a:gd name="connsiteX11" fmla="*/ 4048577 w 5822102"/>
                <a:gd name="connsiteY11" fmla="*/ 99280 h 6685267"/>
                <a:gd name="connsiteX12" fmla="*/ 3405404 w 5822102"/>
                <a:gd name="connsiteY12" fmla="*/ 131937 h 6685267"/>
                <a:gd name="connsiteX13" fmla="*/ 3089702 w 5822102"/>
                <a:gd name="connsiteY13" fmla="*/ 190190 h 6685267"/>
                <a:gd name="connsiteX14" fmla="*/ 2780132 w 5822102"/>
                <a:gd name="connsiteY14" fmla="*/ 273457 h 6685267"/>
                <a:gd name="connsiteX15" fmla="*/ 2478040 w 5822102"/>
                <a:gd name="connsiteY15" fmla="*/ 379654 h 6685267"/>
                <a:gd name="connsiteX16" fmla="*/ 2184897 w 5822102"/>
                <a:gd name="connsiteY16" fmla="*/ 507972 h 6685267"/>
                <a:gd name="connsiteX17" fmla="*/ 1629141 w 5822102"/>
                <a:gd name="connsiteY17" fmla="*/ 823205 h 6685267"/>
                <a:gd name="connsiteX18" fmla="*/ 1497711 w 5822102"/>
                <a:gd name="connsiteY18" fmla="*/ 914000 h 6685267"/>
                <a:gd name="connsiteX19" fmla="*/ 1433099 w 5822102"/>
                <a:gd name="connsiteY19" fmla="*/ 960903 h 6685267"/>
                <a:gd name="connsiteX20" fmla="*/ 1369346 w 5822102"/>
                <a:gd name="connsiteY20" fmla="*/ 1008963 h 6685267"/>
                <a:gd name="connsiteX21" fmla="*/ 1123406 w 5822102"/>
                <a:gd name="connsiteY21" fmla="*/ 1212905 h 6685267"/>
                <a:gd name="connsiteX22" fmla="*/ 684367 w 5822102"/>
                <a:gd name="connsiteY22" fmla="*/ 1675564 h 6685267"/>
                <a:gd name="connsiteX23" fmla="*/ 497153 w 5822102"/>
                <a:gd name="connsiteY23" fmla="*/ 1933588 h 6685267"/>
                <a:gd name="connsiteX24" fmla="*/ 337770 w 5822102"/>
                <a:gd name="connsiteY24" fmla="*/ 2208983 h 6685267"/>
                <a:gd name="connsiteX25" fmla="*/ 302461 w 5822102"/>
                <a:gd name="connsiteY25" fmla="*/ 2280207 h 6685267"/>
                <a:gd name="connsiteX26" fmla="*/ 285296 w 5822102"/>
                <a:gd name="connsiteY26" fmla="*/ 2316107 h 6685267"/>
                <a:gd name="connsiteX27" fmla="*/ 268991 w 5822102"/>
                <a:gd name="connsiteY27" fmla="*/ 2352355 h 6685267"/>
                <a:gd name="connsiteX28" fmla="*/ 237849 w 5822102"/>
                <a:gd name="connsiteY28" fmla="*/ 2425432 h 6685267"/>
                <a:gd name="connsiteX29" fmla="*/ 208670 w 5822102"/>
                <a:gd name="connsiteY29" fmla="*/ 2499319 h 6685267"/>
                <a:gd name="connsiteX30" fmla="*/ 113775 w 5822102"/>
                <a:gd name="connsiteY30" fmla="*/ 2801929 h 6685267"/>
                <a:gd name="connsiteX31" fmla="*/ 36781 w 5822102"/>
                <a:gd name="connsiteY31" fmla="*/ 3428922 h 6685267"/>
                <a:gd name="connsiteX32" fmla="*/ 69148 w 5822102"/>
                <a:gd name="connsiteY32" fmla="*/ 3741955 h 6685267"/>
                <a:gd name="connsiteX33" fmla="*/ 167966 w 5822102"/>
                <a:gd name="connsiteY33" fmla="*/ 4041323 h 6685267"/>
                <a:gd name="connsiteX34" fmla="*/ 202049 w 5822102"/>
                <a:gd name="connsiteY34" fmla="*/ 4112894 h 6685267"/>
                <a:gd name="connsiteX35" fmla="*/ 239933 w 5822102"/>
                <a:gd name="connsiteY35" fmla="*/ 4182843 h 6685267"/>
                <a:gd name="connsiteX36" fmla="*/ 323916 w 5822102"/>
                <a:gd name="connsiteY36" fmla="*/ 4318456 h 6685267"/>
                <a:gd name="connsiteX37" fmla="*/ 416604 w 5822102"/>
                <a:gd name="connsiteY37" fmla="*/ 4449436 h 6685267"/>
                <a:gd name="connsiteX38" fmla="*/ 515911 w 5822102"/>
                <a:gd name="connsiteY38" fmla="*/ 4576711 h 6685267"/>
                <a:gd name="connsiteX39" fmla="*/ 722619 w 5822102"/>
                <a:gd name="connsiteY39" fmla="*/ 4828482 h 6685267"/>
                <a:gd name="connsiteX40" fmla="*/ 825972 w 5822102"/>
                <a:gd name="connsiteY40" fmla="*/ 4956104 h 6685267"/>
                <a:gd name="connsiteX41" fmla="*/ 926506 w 5822102"/>
                <a:gd name="connsiteY41" fmla="*/ 5085347 h 6685267"/>
                <a:gd name="connsiteX42" fmla="*/ 1027040 w 5822102"/>
                <a:gd name="connsiteY42" fmla="*/ 5210191 h 6685267"/>
                <a:gd name="connsiteX43" fmla="*/ 1132110 w 5822102"/>
                <a:gd name="connsiteY43" fmla="*/ 5330748 h 6685267"/>
                <a:gd name="connsiteX44" fmla="*/ 1354880 w 5822102"/>
                <a:gd name="connsiteY44" fmla="*/ 5558083 h 6685267"/>
                <a:gd name="connsiteX45" fmla="*/ 1855220 w 5822102"/>
                <a:gd name="connsiteY45" fmla="*/ 5937591 h 6685267"/>
                <a:gd name="connsiteX46" fmla="*/ 2131810 w 5822102"/>
                <a:gd name="connsiteY46" fmla="*/ 6080268 h 6685267"/>
                <a:gd name="connsiteX47" fmla="*/ 2423726 w 5822102"/>
                <a:gd name="connsiteY47" fmla="*/ 6188087 h 6685267"/>
                <a:gd name="connsiteX48" fmla="*/ 2727780 w 5822102"/>
                <a:gd name="connsiteY48" fmla="*/ 6262552 h 6685267"/>
                <a:gd name="connsiteX49" fmla="*/ 3041276 w 5822102"/>
                <a:gd name="connsiteY49" fmla="*/ 6304245 h 6685267"/>
                <a:gd name="connsiteX50" fmla="*/ 3360532 w 5822102"/>
                <a:gd name="connsiteY50" fmla="*/ 6317331 h 6685267"/>
                <a:gd name="connsiteX51" fmla="*/ 3439855 w 5822102"/>
                <a:gd name="connsiteY51" fmla="*/ 6316751 h 6685267"/>
                <a:gd name="connsiteX52" fmla="*/ 3478721 w 5822102"/>
                <a:gd name="connsiteY52" fmla="*/ 6315826 h 6685267"/>
                <a:gd name="connsiteX53" fmla="*/ 3517463 w 5822102"/>
                <a:gd name="connsiteY53" fmla="*/ 6313971 h 6685267"/>
                <a:gd name="connsiteX54" fmla="*/ 3671452 w 5822102"/>
                <a:gd name="connsiteY54" fmla="*/ 6301233 h 6685267"/>
                <a:gd name="connsiteX55" fmla="*/ 4265460 w 5822102"/>
                <a:gd name="connsiteY55" fmla="*/ 6149638 h 6685267"/>
                <a:gd name="connsiteX56" fmla="*/ 4546587 w 5822102"/>
                <a:gd name="connsiteY56" fmla="*/ 6018079 h 6685267"/>
                <a:gd name="connsiteX57" fmla="*/ 4818030 w 5822102"/>
                <a:gd name="connsiteY57" fmla="*/ 5858029 h 6685267"/>
                <a:gd name="connsiteX58" fmla="*/ 5081870 w 5822102"/>
                <a:gd name="connsiteY58" fmla="*/ 5676903 h 6685267"/>
                <a:gd name="connsiteX59" fmla="*/ 5212073 w 5822102"/>
                <a:gd name="connsiteY59" fmla="*/ 5581013 h 6685267"/>
                <a:gd name="connsiteX60" fmla="*/ 5343625 w 5822102"/>
                <a:gd name="connsiteY60" fmla="*/ 5481533 h 6685267"/>
                <a:gd name="connsiteX61" fmla="*/ 5610378 w 5822102"/>
                <a:gd name="connsiteY61" fmla="*/ 5284425 h 6685267"/>
                <a:gd name="connsiteX62" fmla="*/ 5822102 w 5822102"/>
                <a:gd name="connsiteY62" fmla="*/ 5126414 h 6685267"/>
                <a:gd name="connsiteX63" fmla="*/ 5822102 w 5822102"/>
                <a:gd name="connsiteY63" fmla="*/ 5556641 h 6685267"/>
                <a:gd name="connsiteX64" fmla="*/ 5576325 w 5822102"/>
                <a:gd name="connsiteY64" fmla="*/ 5749979 h 6685267"/>
                <a:gd name="connsiteX65" fmla="*/ 5447715 w 5822102"/>
                <a:gd name="connsiteY65" fmla="*/ 5852818 h 6685267"/>
                <a:gd name="connsiteX66" fmla="*/ 5315059 w 5822102"/>
                <a:gd name="connsiteY66" fmla="*/ 5956236 h 6685267"/>
                <a:gd name="connsiteX67" fmla="*/ 5038468 w 5822102"/>
                <a:gd name="connsiteY67" fmla="*/ 6155776 h 6685267"/>
                <a:gd name="connsiteX68" fmla="*/ 4741892 w 5822102"/>
                <a:gd name="connsiteY68" fmla="*/ 6338292 h 6685267"/>
                <a:gd name="connsiteX69" fmla="*/ 4420920 w 5822102"/>
                <a:gd name="connsiteY69" fmla="*/ 6492203 h 6685267"/>
                <a:gd name="connsiteX70" fmla="*/ 3717672 w 5822102"/>
                <a:gd name="connsiteY70" fmla="*/ 6670434 h 6685267"/>
                <a:gd name="connsiteX71" fmla="*/ 3535853 w 5822102"/>
                <a:gd name="connsiteY71" fmla="*/ 6683289 h 6685267"/>
                <a:gd name="connsiteX72" fmla="*/ 3490367 w 5822102"/>
                <a:gd name="connsiteY72" fmla="*/ 6684910 h 6685267"/>
                <a:gd name="connsiteX73" fmla="*/ 3445005 w 5822102"/>
                <a:gd name="connsiteY73" fmla="*/ 6685142 h 6685267"/>
                <a:gd name="connsiteX74" fmla="*/ 3355872 w 5822102"/>
                <a:gd name="connsiteY74" fmla="*/ 6684100 h 6685267"/>
                <a:gd name="connsiteX75" fmla="*/ 3179203 w 5822102"/>
                <a:gd name="connsiteY75" fmla="*/ 6677150 h 6685267"/>
                <a:gd name="connsiteX76" fmla="*/ 3002410 w 5822102"/>
                <a:gd name="connsiteY76" fmla="*/ 6661169 h 6685267"/>
                <a:gd name="connsiteX77" fmla="*/ 2650296 w 5822102"/>
                <a:gd name="connsiteY77" fmla="*/ 6604191 h 6685267"/>
                <a:gd name="connsiteX78" fmla="*/ 2306028 w 5822102"/>
                <a:gd name="connsiteY78" fmla="*/ 6505869 h 6685267"/>
                <a:gd name="connsiteX79" fmla="*/ 1978803 w 5822102"/>
                <a:gd name="connsiteY79" fmla="*/ 6363307 h 6685267"/>
                <a:gd name="connsiteX80" fmla="*/ 1678428 w 5822102"/>
                <a:gd name="connsiteY80" fmla="*/ 6177779 h 6685267"/>
                <a:gd name="connsiteX81" fmla="*/ 1175880 w 5822102"/>
                <a:gd name="connsiteY81" fmla="*/ 5710373 h 6685267"/>
                <a:gd name="connsiteX82" fmla="*/ 971502 w 5822102"/>
                <a:gd name="connsiteY82" fmla="*/ 5445399 h 6685267"/>
                <a:gd name="connsiteX83" fmla="*/ 790909 w 5822102"/>
                <a:gd name="connsiteY83" fmla="*/ 5169078 h 6685267"/>
                <a:gd name="connsiteX84" fmla="*/ 706680 w 5822102"/>
                <a:gd name="connsiteY84" fmla="*/ 5031959 h 6685267"/>
                <a:gd name="connsiteX85" fmla="*/ 619143 w 5822102"/>
                <a:gd name="connsiteY85" fmla="*/ 4897157 h 6685267"/>
                <a:gd name="connsiteX86" fmla="*/ 436465 w 5822102"/>
                <a:gd name="connsiteY86" fmla="*/ 4628710 h 6685267"/>
                <a:gd name="connsiteX87" fmla="*/ 347088 w 5822102"/>
                <a:gd name="connsiteY87" fmla="*/ 4492171 h 6685267"/>
                <a:gd name="connsiteX88" fmla="*/ 262001 w 5822102"/>
                <a:gd name="connsiteY88" fmla="*/ 4352619 h 6685267"/>
                <a:gd name="connsiteX89" fmla="*/ 118679 w 5822102"/>
                <a:gd name="connsiteY89" fmla="*/ 4059853 h 6685267"/>
                <a:gd name="connsiteX90" fmla="*/ 28322 w 5822102"/>
                <a:gd name="connsiteY90" fmla="*/ 3749136 h 6685267"/>
                <a:gd name="connsiteX91" fmla="*/ 0 w 5822102"/>
                <a:gd name="connsiteY91" fmla="*/ 3428922 h 6685267"/>
                <a:gd name="connsiteX92" fmla="*/ 253052 w 5822102"/>
                <a:gd name="connsiteY92" fmla="*/ 2174356 h 6685267"/>
                <a:gd name="connsiteX93" fmla="*/ 389141 w 5822102"/>
                <a:gd name="connsiteY93" fmla="*/ 1877652 h 6685267"/>
                <a:gd name="connsiteX94" fmla="*/ 552079 w 5822102"/>
                <a:gd name="connsiteY94" fmla="*/ 1591834 h 6685267"/>
                <a:gd name="connsiteX95" fmla="*/ 954950 w 5822102"/>
                <a:gd name="connsiteY95" fmla="*/ 1061773 h 6685267"/>
                <a:gd name="connsiteX96" fmla="*/ 1192922 w 5822102"/>
                <a:gd name="connsiteY96" fmla="*/ 822626 h 6685267"/>
                <a:gd name="connsiteX97" fmla="*/ 1255939 w 5822102"/>
                <a:gd name="connsiteY97" fmla="*/ 765880 h 6685267"/>
                <a:gd name="connsiteX98" fmla="*/ 1320183 w 5822102"/>
                <a:gd name="connsiteY98" fmla="*/ 710291 h 6685267"/>
                <a:gd name="connsiteX99" fmla="*/ 1452961 w 5822102"/>
                <a:gd name="connsiteY99" fmla="*/ 603514 h 6685267"/>
                <a:gd name="connsiteX100" fmla="*/ 2033360 w 5822102"/>
                <a:gd name="connsiteY100" fmla="*/ 235818 h 6685267"/>
                <a:gd name="connsiteX101" fmla="*/ 2512513 w 5822102"/>
                <a:gd name="connsiteY101" fmla="*/ 30012 h 668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</a:cxnLst>
              <a:rect l="l" t="t" r="r" b="b"/>
              <a:pathLst>
                <a:path w="5822102" h="6685267">
                  <a:moveTo>
                    <a:pt x="2605444" y="0"/>
                  </a:moveTo>
                  <a:lnTo>
                    <a:pt x="4757391" y="0"/>
                  </a:lnTo>
                  <a:lnTo>
                    <a:pt x="4913680" y="56274"/>
                  </a:lnTo>
                  <a:cubicBezTo>
                    <a:pt x="5074659" y="119278"/>
                    <a:pt x="5229483" y="195083"/>
                    <a:pt x="5376238" y="282027"/>
                  </a:cubicBezTo>
                  <a:cubicBezTo>
                    <a:pt x="5474014" y="340105"/>
                    <a:pt x="5568080" y="403280"/>
                    <a:pt x="5658024" y="471014"/>
                  </a:cubicBezTo>
                  <a:lnTo>
                    <a:pt x="5822102" y="609109"/>
                  </a:lnTo>
                  <a:lnTo>
                    <a:pt x="5822102" y="760697"/>
                  </a:lnTo>
                  <a:lnTo>
                    <a:pt x="5707785" y="666601"/>
                  </a:lnTo>
                  <a:cubicBezTo>
                    <a:pt x="5665273" y="633682"/>
                    <a:pt x="5621749" y="602008"/>
                    <a:pt x="5577306" y="571666"/>
                  </a:cubicBezTo>
                  <a:cubicBezTo>
                    <a:pt x="5487929" y="511562"/>
                    <a:pt x="5395118" y="456089"/>
                    <a:pt x="5298630" y="407449"/>
                  </a:cubicBezTo>
                  <a:cubicBezTo>
                    <a:pt x="5106266" y="309010"/>
                    <a:pt x="4901153" y="235355"/>
                    <a:pt x="4690768" y="184979"/>
                  </a:cubicBezTo>
                  <a:cubicBezTo>
                    <a:pt x="4480382" y="134486"/>
                    <a:pt x="4264724" y="106807"/>
                    <a:pt x="4048577" y="99280"/>
                  </a:cubicBezTo>
                  <a:cubicBezTo>
                    <a:pt x="3832182" y="90709"/>
                    <a:pt x="3617997" y="102290"/>
                    <a:pt x="3405404" y="131937"/>
                  </a:cubicBezTo>
                  <a:cubicBezTo>
                    <a:pt x="3299353" y="147340"/>
                    <a:pt x="3193915" y="166449"/>
                    <a:pt x="3089702" y="190190"/>
                  </a:cubicBezTo>
                  <a:cubicBezTo>
                    <a:pt x="2985491" y="214278"/>
                    <a:pt x="2882137" y="241725"/>
                    <a:pt x="2780132" y="273457"/>
                  </a:cubicBezTo>
                  <a:cubicBezTo>
                    <a:pt x="2678126" y="305073"/>
                    <a:pt x="2577348" y="340510"/>
                    <a:pt x="2478040" y="379654"/>
                  </a:cubicBezTo>
                  <a:cubicBezTo>
                    <a:pt x="2378854" y="418914"/>
                    <a:pt x="2281017" y="461763"/>
                    <a:pt x="2184897" y="507972"/>
                  </a:cubicBezTo>
                  <a:cubicBezTo>
                    <a:pt x="1992657" y="600271"/>
                    <a:pt x="1806791" y="705542"/>
                    <a:pt x="1629141" y="823205"/>
                  </a:cubicBezTo>
                  <a:cubicBezTo>
                    <a:pt x="1584882" y="852736"/>
                    <a:pt x="1540745" y="882731"/>
                    <a:pt x="1497711" y="914000"/>
                  </a:cubicBezTo>
                  <a:cubicBezTo>
                    <a:pt x="1475888" y="929286"/>
                    <a:pt x="1454555" y="945153"/>
                    <a:pt x="1433099" y="960903"/>
                  </a:cubicBezTo>
                  <a:cubicBezTo>
                    <a:pt x="1411521" y="976537"/>
                    <a:pt x="1390311" y="992634"/>
                    <a:pt x="1369346" y="1008963"/>
                  </a:cubicBezTo>
                  <a:cubicBezTo>
                    <a:pt x="1285119" y="1074165"/>
                    <a:pt x="1202730" y="1141797"/>
                    <a:pt x="1123406" y="1212905"/>
                  </a:cubicBezTo>
                  <a:cubicBezTo>
                    <a:pt x="964391" y="1354656"/>
                    <a:pt x="816900" y="1509261"/>
                    <a:pt x="684367" y="1675564"/>
                  </a:cubicBezTo>
                  <a:cubicBezTo>
                    <a:pt x="618161" y="1758716"/>
                    <a:pt x="555512" y="1844763"/>
                    <a:pt x="497153" y="1933588"/>
                  </a:cubicBezTo>
                  <a:cubicBezTo>
                    <a:pt x="439775" y="2022877"/>
                    <a:pt x="385584" y="2114367"/>
                    <a:pt x="337770" y="2208983"/>
                  </a:cubicBezTo>
                  <a:cubicBezTo>
                    <a:pt x="325388" y="2232493"/>
                    <a:pt x="313862" y="2256349"/>
                    <a:pt x="302461" y="2280207"/>
                  </a:cubicBezTo>
                  <a:lnTo>
                    <a:pt x="285296" y="2316107"/>
                  </a:lnTo>
                  <a:lnTo>
                    <a:pt x="268991" y="2352355"/>
                  </a:lnTo>
                  <a:cubicBezTo>
                    <a:pt x="258324" y="2376560"/>
                    <a:pt x="247535" y="2400764"/>
                    <a:pt x="237849" y="2425432"/>
                  </a:cubicBezTo>
                  <a:cubicBezTo>
                    <a:pt x="228163" y="2450099"/>
                    <a:pt x="217498" y="2474419"/>
                    <a:pt x="208670" y="2499319"/>
                  </a:cubicBezTo>
                  <a:cubicBezTo>
                    <a:pt x="170909" y="2598219"/>
                    <a:pt x="138908" y="2699206"/>
                    <a:pt x="113775" y="2801929"/>
                  </a:cubicBezTo>
                  <a:cubicBezTo>
                    <a:pt x="62773" y="3006911"/>
                    <a:pt x="36659" y="3217917"/>
                    <a:pt x="36781" y="3428922"/>
                  </a:cubicBezTo>
                  <a:cubicBezTo>
                    <a:pt x="37394" y="3534078"/>
                    <a:pt x="47816" y="3639001"/>
                    <a:pt x="69148" y="3741955"/>
                  </a:cubicBezTo>
                  <a:cubicBezTo>
                    <a:pt x="91585" y="3844679"/>
                    <a:pt x="124074" y="3945202"/>
                    <a:pt x="167966" y="4041323"/>
                  </a:cubicBezTo>
                  <a:cubicBezTo>
                    <a:pt x="178387" y="4065528"/>
                    <a:pt x="190525" y="4089153"/>
                    <a:pt x="202049" y="4112894"/>
                  </a:cubicBezTo>
                  <a:cubicBezTo>
                    <a:pt x="214555" y="4136288"/>
                    <a:pt x="226447" y="4159912"/>
                    <a:pt x="239933" y="4182843"/>
                  </a:cubicBezTo>
                  <a:cubicBezTo>
                    <a:pt x="265680" y="4229167"/>
                    <a:pt x="294368" y="4274101"/>
                    <a:pt x="323916" y="4318456"/>
                  </a:cubicBezTo>
                  <a:cubicBezTo>
                    <a:pt x="353341" y="4362927"/>
                    <a:pt x="384849" y="4406240"/>
                    <a:pt x="416604" y="4449436"/>
                  </a:cubicBezTo>
                  <a:cubicBezTo>
                    <a:pt x="448847" y="4492286"/>
                    <a:pt x="482319" y="4534557"/>
                    <a:pt x="515911" y="4576711"/>
                  </a:cubicBezTo>
                  <a:cubicBezTo>
                    <a:pt x="583219" y="4661137"/>
                    <a:pt x="653594" y="4743825"/>
                    <a:pt x="722619" y="4828482"/>
                  </a:cubicBezTo>
                  <a:cubicBezTo>
                    <a:pt x="757315" y="4870637"/>
                    <a:pt x="791889" y="4913138"/>
                    <a:pt x="825972" y="4956104"/>
                  </a:cubicBezTo>
                  <a:cubicBezTo>
                    <a:pt x="859934" y="4998722"/>
                    <a:pt x="893649" y="5044004"/>
                    <a:pt x="926506" y="5085347"/>
                  </a:cubicBezTo>
                  <a:cubicBezTo>
                    <a:pt x="959119" y="5127734"/>
                    <a:pt x="993324" y="5168847"/>
                    <a:pt x="1027040" y="5210191"/>
                  </a:cubicBezTo>
                  <a:cubicBezTo>
                    <a:pt x="1061737" y="5250840"/>
                    <a:pt x="1096188" y="5291488"/>
                    <a:pt x="1132110" y="5330748"/>
                  </a:cubicBezTo>
                  <a:cubicBezTo>
                    <a:pt x="1203465" y="5409731"/>
                    <a:pt x="1277639" y="5485818"/>
                    <a:pt x="1354880" y="5558083"/>
                  </a:cubicBezTo>
                  <a:cubicBezTo>
                    <a:pt x="1509603" y="5702266"/>
                    <a:pt x="1676588" y="5830930"/>
                    <a:pt x="1855220" y="5937591"/>
                  </a:cubicBezTo>
                  <a:cubicBezTo>
                    <a:pt x="1944720" y="5990632"/>
                    <a:pt x="2036549" y="6039272"/>
                    <a:pt x="2131810" y="6080268"/>
                  </a:cubicBezTo>
                  <a:cubicBezTo>
                    <a:pt x="2226460" y="6122423"/>
                    <a:pt x="2324173" y="6157977"/>
                    <a:pt x="2423726" y="6188087"/>
                  </a:cubicBezTo>
                  <a:cubicBezTo>
                    <a:pt x="2523280" y="6218313"/>
                    <a:pt x="2624794" y="6242749"/>
                    <a:pt x="2727780" y="6262552"/>
                  </a:cubicBezTo>
                  <a:cubicBezTo>
                    <a:pt x="2830890" y="6282008"/>
                    <a:pt x="2935714" y="6295326"/>
                    <a:pt x="3041276" y="6304245"/>
                  </a:cubicBezTo>
                  <a:cubicBezTo>
                    <a:pt x="3146836" y="6313277"/>
                    <a:pt x="3253499" y="6317215"/>
                    <a:pt x="3360532" y="6317331"/>
                  </a:cubicBezTo>
                  <a:cubicBezTo>
                    <a:pt x="3387259" y="6317331"/>
                    <a:pt x="3414354" y="6317794"/>
                    <a:pt x="3439855" y="6316751"/>
                  </a:cubicBezTo>
                  <a:lnTo>
                    <a:pt x="3478721" y="6315826"/>
                  </a:lnTo>
                  <a:lnTo>
                    <a:pt x="3517463" y="6313971"/>
                  </a:lnTo>
                  <a:cubicBezTo>
                    <a:pt x="3569078" y="6311772"/>
                    <a:pt x="3620449" y="6306907"/>
                    <a:pt x="3671452" y="6301233"/>
                  </a:cubicBezTo>
                  <a:cubicBezTo>
                    <a:pt x="3875707" y="6277608"/>
                    <a:pt x="4074445" y="6225841"/>
                    <a:pt x="4265460" y="6149638"/>
                  </a:cubicBezTo>
                  <a:cubicBezTo>
                    <a:pt x="4361212" y="6111884"/>
                    <a:pt x="4454636" y="6067065"/>
                    <a:pt x="4546587" y="6018079"/>
                  </a:cubicBezTo>
                  <a:cubicBezTo>
                    <a:pt x="4638662" y="5969322"/>
                    <a:pt x="4729020" y="5915240"/>
                    <a:pt x="4818030" y="5858029"/>
                  </a:cubicBezTo>
                  <a:cubicBezTo>
                    <a:pt x="4907038" y="5800703"/>
                    <a:pt x="4994577" y="5739672"/>
                    <a:pt x="5081870" y="5676903"/>
                  </a:cubicBezTo>
                  <a:cubicBezTo>
                    <a:pt x="5125392" y="5645519"/>
                    <a:pt x="5168794" y="5613324"/>
                    <a:pt x="5212073" y="5581013"/>
                  </a:cubicBezTo>
                  <a:lnTo>
                    <a:pt x="5343625" y="5481533"/>
                  </a:lnTo>
                  <a:cubicBezTo>
                    <a:pt x="5432696" y="5414768"/>
                    <a:pt x="5521951" y="5349452"/>
                    <a:pt x="5610378" y="5284425"/>
                  </a:cubicBezTo>
                  <a:lnTo>
                    <a:pt x="5822102" y="5126414"/>
                  </a:lnTo>
                  <a:lnTo>
                    <a:pt x="5822102" y="5556641"/>
                  </a:lnTo>
                  <a:lnTo>
                    <a:pt x="5576325" y="5749979"/>
                  </a:lnTo>
                  <a:lnTo>
                    <a:pt x="5447715" y="5852818"/>
                  </a:lnTo>
                  <a:cubicBezTo>
                    <a:pt x="5403945" y="5887445"/>
                    <a:pt x="5359932" y="5922073"/>
                    <a:pt x="5315059" y="5956236"/>
                  </a:cubicBezTo>
                  <a:cubicBezTo>
                    <a:pt x="5225682" y="6024680"/>
                    <a:pt x="5133976" y="6091734"/>
                    <a:pt x="5038468" y="6155776"/>
                  </a:cubicBezTo>
                  <a:cubicBezTo>
                    <a:pt x="4943084" y="6219703"/>
                    <a:pt x="4845002" y="6281777"/>
                    <a:pt x="4741892" y="6338292"/>
                  </a:cubicBezTo>
                  <a:cubicBezTo>
                    <a:pt x="4638784" y="6394692"/>
                    <a:pt x="4532120" y="6447038"/>
                    <a:pt x="4420920" y="6492203"/>
                  </a:cubicBezTo>
                  <a:cubicBezTo>
                    <a:pt x="4199255" y="6583693"/>
                    <a:pt x="3959813" y="6644840"/>
                    <a:pt x="3717672" y="6670434"/>
                  </a:cubicBezTo>
                  <a:cubicBezTo>
                    <a:pt x="3657106" y="6676456"/>
                    <a:pt x="3596419" y="6681321"/>
                    <a:pt x="3535853" y="6683289"/>
                  </a:cubicBezTo>
                  <a:lnTo>
                    <a:pt x="3490367" y="6684910"/>
                  </a:lnTo>
                  <a:lnTo>
                    <a:pt x="3445005" y="6685142"/>
                  </a:lnTo>
                  <a:cubicBezTo>
                    <a:pt x="3414354" y="6685605"/>
                    <a:pt x="3385297" y="6684679"/>
                    <a:pt x="3355872" y="6684100"/>
                  </a:cubicBezTo>
                  <a:cubicBezTo>
                    <a:pt x="3297146" y="6683405"/>
                    <a:pt x="3238052" y="6680047"/>
                    <a:pt x="3179203" y="6677150"/>
                  </a:cubicBezTo>
                  <a:cubicBezTo>
                    <a:pt x="3120232" y="6672519"/>
                    <a:pt x="3061259" y="6668233"/>
                    <a:pt x="3002410" y="6661169"/>
                  </a:cubicBezTo>
                  <a:cubicBezTo>
                    <a:pt x="2884589" y="6647851"/>
                    <a:pt x="2766891" y="6629669"/>
                    <a:pt x="2650296" y="6604191"/>
                  </a:cubicBezTo>
                  <a:cubicBezTo>
                    <a:pt x="2533702" y="6578713"/>
                    <a:pt x="2418456" y="6545938"/>
                    <a:pt x="2306028" y="6505869"/>
                  </a:cubicBezTo>
                  <a:cubicBezTo>
                    <a:pt x="2193602" y="6465683"/>
                    <a:pt x="2084118" y="6417738"/>
                    <a:pt x="1978803" y="6363307"/>
                  </a:cubicBezTo>
                  <a:cubicBezTo>
                    <a:pt x="1873855" y="6308066"/>
                    <a:pt x="1773077" y="6246340"/>
                    <a:pt x="1678428" y="6177779"/>
                  </a:cubicBezTo>
                  <a:cubicBezTo>
                    <a:pt x="1488393" y="6041356"/>
                    <a:pt x="1321900" y="5881423"/>
                    <a:pt x="1175880" y="5710373"/>
                  </a:cubicBezTo>
                  <a:cubicBezTo>
                    <a:pt x="1103177" y="5624441"/>
                    <a:pt x="1035501" y="5535732"/>
                    <a:pt x="971502" y="5445399"/>
                  </a:cubicBezTo>
                  <a:cubicBezTo>
                    <a:pt x="907380" y="5355069"/>
                    <a:pt x="847550" y="5262768"/>
                    <a:pt x="790909" y="5169078"/>
                  </a:cubicBezTo>
                  <a:cubicBezTo>
                    <a:pt x="761974" y="5121712"/>
                    <a:pt x="735492" y="5077357"/>
                    <a:pt x="706680" y="5031959"/>
                  </a:cubicBezTo>
                  <a:cubicBezTo>
                    <a:pt x="678114" y="4986910"/>
                    <a:pt x="649058" y="4941860"/>
                    <a:pt x="619143" y="4897157"/>
                  </a:cubicBezTo>
                  <a:lnTo>
                    <a:pt x="436465" y="4628710"/>
                  </a:lnTo>
                  <a:cubicBezTo>
                    <a:pt x="406182" y="4583544"/>
                    <a:pt x="376267" y="4538147"/>
                    <a:pt x="347088" y="4492171"/>
                  </a:cubicBezTo>
                  <a:cubicBezTo>
                    <a:pt x="317908" y="4446194"/>
                    <a:pt x="288974" y="4400102"/>
                    <a:pt x="262001" y="4352619"/>
                  </a:cubicBezTo>
                  <a:cubicBezTo>
                    <a:pt x="207934" y="4258119"/>
                    <a:pt x="158280" y="4160840"/>
                    <a:pt x="118679" y="4059853"/>
                  </a:cubicBezTo>
                  <a:cubicBezTo>
                    <a:pt x="78343" y="3959214"/>
                    <a:pt x="48429" y="3854870"/>
                    <a:pt x="28322" y="3749136"/>
                  </a:cubicBezTo>
                  <a:cubicBezTo>
                    <a:pt x="9073" y="3643402"/>
                    <a:pt x="0" y="3536046"/>
                    <a:pt x="0" y="3428922"/>
                  </a:cubicBezTo>
                  <a:cubicBezTo>
                    <a:pt x="1594" y="3001816"/>
                    <a:pt x="89010" y="2575868"/>
                    <a:pt x="253052" y="2174356"/>
                  </a:cubicBezTo>
                  <a:cubicBezTo>
                    <a:pt x="294246" y="2074066"/>
                    <a:pt x="338873" y="1974700"/>
                    <a:pt x="389141" y="1877652"/>
                  </a:cubicBezTo>
                  <a:cubicBezTo>
                    <a:pt x="438672" y="1780256"/>
                    <a:pt x="493230" y="1684945"/>
                    <a:pt x="552079" y="1591834"/>
                  </a:cubicBezTo>
                  <a:cubicBezTo>
                    <a:pt x="669900" y="1405728"/>
                    <a:pt x="804394" y="1227729"/>
                    <a:pt x="954950" y="1061773"/>
                  </a:cubicBezTo>
                  <a:cubicBezTo>
                    <a:pt x="1030597" y="979085"/>
                    <a:pt x="1109552" y="898829"/>
                    <a:pt x="1192922" y="822626"/>
                  </a:cubicBezTo>
                  <a:cubicBezTo>
                    <a:pt x="1213642" y="803402"/>
                    <a:pt x="1234483" y="784409"/>
                    <a:pt x="1255939" y="765880"/>
                  </a:cubicBezTo>
                  <a:cubicBezTo>
                    <a:pt x="1277273" y="747234"/>
                    <a:pt x="1298237" y="728241"/>
                    <a:pt x="1320183" y="710291"/>
                  </a:cubicBezTo>
                  <a:cubicBezTo>
                    <a:pt x="1363585" y="673811"/>
                    <a:pt x="1408088" y="638489"/>
                    <a:pt x="1452961" y="603514"/>
                  </a:cubicBezTo>
                  <a:cubicBezTo>
                    <a:pt x="1633310" y="464543"/>
                    <a:pt x="1828125" y="341437"/>
                    <a:pt x="2033360" y="235818"/>
                  </a:cubicBezTo>
                  <a:cubicBezTo>
                    <a:pt x="2187242" y="156561"/>
                    <a:pt x="2347554" y="87597"/>
                    <a:pt x="2512513" y="3001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5102EBE-A80F-4CFF-B1DD-941EF9728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04998" y="98659"/>
              <a:ext cx="5774333" cy="6315453"/>
            </a:xfrm>
            <a:custGeom>
              <a:avLst/>
              <a:gdLst>
                <a:gd name="connsiteX0" fmla="*/ 3707237 w 5774333"/>
                <a:gd name="connsiteY0" fmla="*/ 1489 h 6315453"/>
                <a:gd name="connsiteX1" fmla="*/ 4037665 w 5774333"/>
                <a:gd name="connsiteY1" fmla="*/ 6121 h 6315453"/>
                <a:gd name="connsiteX2" fmla="*/ 4692239 w 5774333"/>
                <a:gd name="connsiteY2" fmla="*/ 102128 h 6315453"/>
                <a:gd name="connsiteX3" fmla="*/ 5315059 w 5774333"/>
                <a:gd name="connsiteY3" fmla="*/ 324945 h 6315453"/>
                <a:gd name="connsiteX4" fmla="*/ 5738325 w 5774333"/>
                <a:gd name="connsiteY4" fmla="*/ 578286 h 6315453"/>
                <a:gd name="connsiteX5" fmla="*/ 5774333 w 5774333"/>
                <a:gd name="connsiteY5" fmla="*/ 606551 h 6315453"/>
                <a:gd name="connsiteX6" fmla="*/ 5774333 w 5774333"/>
                <a:gd name="connsiteY6" fmla="*/ 975490 h 6315453"/>
                <a:gd name="connsiteX7" fmla="*/ 5676001 w 5774333"/>
                <a:gd name="connsiteY7" fmla="*/ 889749 h 6315453"/>
                <a:gd name="connsiteX8" fmla="*/ 5177132 w 5774333"/>
                <a:gd name="connsiteY8" fmla="*/ 581926 h 6315453"/>
                <a:gd name="connsiteX9" fmla="*/ 4615735 w 5774333"/>
                <a:gd name="connsiteY9" fmla="*/ 388640 h 6315453"/>
                <a:gd name="connsiteX10" fmla="*/ 4020010 w 5774333"/>
                <a:gd name="connsiteY10" fmla="*/ 308500 h 6315453"/>
                <a:gd name="connsiteX11" fmla="*/ 3416315 w 5774333"/>
                <a:gd name="connsiteY11" fmla="*/ 328882 h 6315453"/>
                <a:gd name="connsiteX12" fmla="*/ 2823779 w 5774333"/>
                <a:gd name="connsiteY12" fmla="*/ 446545 h 6315453"/>
                <a:gd name="connsiteX13" fmla="*/ 2256987 w 5774333"/>
                <a:gd name="connsiteY13" fmla="*/ 651296 h 6315453"/>
                <a:gd name="connsiteX14" fmla="*/ 1244169 w 5774333"/>
                <a:gd name="connsiteY14" fmla="*/ 1280374 h 6315453"/>
                <a:gd name="connsiteX15" fmla="*/ 830141 w 5774333"/>
                <a:gd name="connsiteY15" fmla="*/ 1700184 h 6315453"/>
                <a:gd name="connsiteX16" fmla="*/ 502792 w 5774333"/>
                <a:gd name="connsiteY16" fmla="*/ 2182300 h 6315453"/>
                <a:gd name="connsiteX17" fmla="*/ 280637 w 5774333"/>
                <a:gd name="connsiteY17" fmla="*/ 2715256 h 6315453"/>
                <a:gd name="connsiteX18" fmla="*/ 199843 w 5774333"/>
                <a:gd name="connsiteY18" fmla="*/ 3283418 h 6315453"/>
                <a:gd name="connsiteX19" fmla="*/ 233926 w 5774333"/>
                <a:gd name="connsiteY19" fmla="*/ 3561593 h 6315453"/>
                <a:gd name="connsiteX20" fmla="*/ 334582 w 5774333"/>
                <a:gd name="connsiteY20" fmla="*/ 3821816 h 6315453"/>
                <a:gd name="connsiteX21" fmla="*/ 404834 w 5774333"/>
                <a:gd name="connsiteY21" fmla="*/ 3944343 h 6315453"/>
                <a:gd name="connsiteX22" fmla="*/ 485506 w 5774333"/>
                <a:gd name="connsiteY22" fmla="*/ 4062932 h 6315453"/>
                <a:gd name="connsiteX23" fmla="*/ 671861 w 5774333"/>
                <a:gd name="connsiteY23" fmla="*/ 4292120 h 6315453"/>
                <a:gd name="connsiteX24" fmla="*/ 873542 w 5774333"/>
                <a:gd name="connsiteY24" fmla="*/ 4523044 h 6315453"/>
                <a:gd name="connsiteX25" fmla="*/ 973831 w 5774333"/>
                <a:gd name="connsiteY25" fmla="*/ 4643601 h 6315453"/>
                <a:gd name="connsiteX26" fmla="*/ 1022014 w 5774333"/>
                <a:gd name="connsiteY26" fmla="*/ 4702780 h 6315453"/>
                <a:gd name="connsiteX27" fmla="*/ 1069215 w 5774333"/>
                <a:gd name="connsiteY27" fmla="*/ 4759411 h 6315453"/>
                <a:gd name="connsiteX28" fmla="*/ 1474784 w 5774333"/>
                <a:gd name="connsiteY28" fmla="*/ 5177948 h 6315453"/>
                <a:gd name="connsiteX29" fmla="*/ 1690442 w 5774333"/>
                <a:gd name="connsiteY29" fmla="*/ 5366255 h 6315453"/>
                <a:gd name="connsiteX30" fmla="*/ 1916276 w 5774333"/>
                <a:gd name="connsiteY30" fmla="*/ 5539852 h 6315453"/>
                <a:gd name="connsiteX31" fmla="*/ 2420784 w 5774333"/>
                <a:gd name="connsiteY31" fmla="*/ 5814437 h 6315453"/>
                <a:gd name="connsiteX32" fmla="*/ 2703015 w 5774333"/>
                <a:gd name="connsiteY32" fmla="*/ 5892029 h 6315453"/>
                <a:gd name="connsiteX33" fmla="*/ 2775350 w 5774333"/>
                <a:gd name="connsiteY33" fmla="*/ 5905695 h 6315453"/>
                <a:gd name="connsiteX34" fmla="*/ 2848299 w 5774333"/>
                <a:gd name="connsiteY34" fmla="*/ 5917161 h 6315453"/>
                <a:gd name="connsiteX35" fmla="*/ 2995544 w 5774333"/>
                <a:gd name="connsiteY35" fmla="*/ 5933605 h 6315453"/>
                <a:gd name="connsiteX36" fmla="*/ 3069596 w 5774333"/>
                <a:gd name="connsiteY36" fmla="*/ 5938933 h 6315453"/>
                <a:gd name="connsiteX37" fmla="*/ 3143894 w 5774333"/>
                <a:gd name="connsiteY37" fmla="*/ 5942639 h 6315453"/>
                <a:gd name="connsiteX38" fmla="*/ 3218436 w 5774333"/>
                <a:gd name="connsiteY38" fmla="*/ 5944260 h 6315453"/>
                <a:gd name="connsiteX39" fmla="*/ 3293101 w 5774333"/>
                <a:gd name="connsiteY39" fmla="*/ 5943913 h 6315453"/>
                <a:gd name="connsiteX40" fmla="*/ 3330494 w 5774333"/>
                <a:gd name="connsiteY40" fmla="*/ 5943565 h 6315453"/>
                <a:gd name="connsiteX41" fmla="*/ 3366540 w 5774333"/>
                <a:gd name="connsiteY41" fmla="*/ 5942059 h 6315453"/>
                <a:gd name="connsiteX42" fmla="*/ 3402462 w 5774333"/>
                <a:gd name="connsiteY42" fmla="*/ 5940323 h 6315453"/>
                <a:gd name="connsiteX43" fmla="*/ 3438262 w 5774333"/>
                <a:gd name="connsiteY43" fmla="*/ 5937543 h 6315453"/>
                <a:gd name="connsiteX44" fmla="*/ 3580236 w 5774333"/>
                <a:gd name="connsiteY44" fmla="*/ 5920982 h 6315453"/>
                <a:gd name="connsiteX45" fmla="*/ 4121034 w 5774333"/>
                <a:gd name="connsiteY45" fmla="*/ 5753290 h 6315453"/>
                <a:gd name="connsiteX46" fmla="*/ 4620639 w 5774333"/>
                <a:gd name="connsiteY46" fmla="*/ 5459364 h 6315453"/>
                <a:gd name="connsiteX47" fmla="*/ 4741771 w 5774333"/>
                <a:gd name="connsiteY47" fmla="*/ 5372971 h 6315453"/>
                <a:gd name="connsiteX48" fmla="*/ 4862901 w 5774333"/>
                <a:gd name="connsiteY48" fmla="*/ 5283682 h 6315453"/>
                <a:gd name="connsiteX49" fmla="*/ 5108229 w 5774333"/>
                <a:gd name="connsiteY49" fmla="*/ 5098386 h 6315453"/>
                <a:gd name="connsiteX50" fmla="*/ 5612493 w 5774333"/>
                <a:gd name="connsiteY50" fmla="*/ 4739724 h 6315453"/>
                <a:gd name="connsiteX51" fmla="*/ 5774333 w 5774333"/>
                <a:gd name="connsiteY51" fmla="*/ 4623488 h 6315453"/>
                <a:gd name="connsiteX52" fmla="*/ 5774333 w 5774333"/>
                <a:gd name="connsiteY52" fmla="*/ 5232926 h 6315453"/>
                <a:gd name="connsiteX53" fmla="*/ 5676492 w 5774333"/>
                <a:gd name="connsiteY53" fmla="*/ 5306859 h 6315453"/>
                <a:gd name="connsiteX54" fmla="*/ 5426260 w 5774333"/>
                <a:gd name="connsiteY54" fmla="*/ 5486233 h 6315453"/>
                <a:gd name="connsiteX55" fmla="*/ 5300225 w 5774333"/>
                <a:gd name="connsiteY55" fmla="*/ 5576217 h 6315453"/>
                <a:gd name="connsiteX56" fmla="*/ 5170757 w 5774333"/>
                <a:gd name="connsiteY56" fmla="*/ 5666780 h 6315453"/>
                <a:gd name="connsiteX57" fmla="*/ 5038100 w 5774333"/>
                <a:gd name="connsiteY57" fmla="*/ 5756185 h 6315453"/>
                <a:gd name="connsiteX58" fmla="*/ 4901276 w 5774333"/>
                <a:gd name="connsiteY58" fmla="*/ 5843043 h 6315453"/>
                <a:gd name="connsiteX59" fmla="*/ 4614019 w 5774333"/>
                <a:gd name="connsiteY59" fmla="*/ 6006103 h 6315453"/>
                <a:gd name="connsiteX60" fmla="*/ 4305061 w 5774333"/>
                <a:gd name="connsiteY60" fmla="*/ 6144726 h 6315453"/>
                <a:gd name="connsiteX61" fmla="*/ 3632710 w 5774333"/>
                <a:gd name="connsiteY61" fmla="*/ 6304196 h 6315453"/>
                <a:gd name="connsiteX62" fmla="*/ 3459594 w 5774333"/>
                <a:gd name="connsiteY62" fmla="*/ 6314504 h 6315453"/>
                <a:gd name="connsiteX63" fmla="*/ 3416315 w 5774333"/>
                <a:gd name="connsiteY63" fmla="*/ 6315429 h 6315453"/>
                <a:gd name="connsiteX64" fmla="*/ 3373159 w 5774333"/>
                <a:gd name="connsiteY64" fmla="*/ 6315198 h 6315453"/>
                <a:gd name="connsiteX65" fmla="*/ 3330127 w 5774333"/>
                <a:gd name="connsiteY65" fmla="*/ 6314735 h 6315453"/>
                <a:gd name="connsiteX66" fmla="*/ 3288320 w 5774333"/>
                <a:gd name="connsiteY66" fmla="*/ 6313230 h 6315453"/>
                <a:gd name="connsiteX67" fmla="*/ 2954350 w 5774333"/>
                <a:gd name="connsiteY67" fmla="*/ 6288098 h 6315453"/>
                <a:gd name="connsiteX68" fmla="*/ 2622466 w 5774333"/>
                <a:gd name="connsiteY68" fmla="*/ 6232742 h 6315453"/>
                <a:gd name="connsiteX69" fmla="*/ 2296466 w 5774333"/>
                <a:gd name="connsiteY69" fmla="*/ 6146001 h 6315453"/>
                <a:gd name="connsiteX70" fmla="*/ 1672419 w 5774333"/>
                <a:gd name="connsiteY70" fmla="*/ 5885197 h 6315453"/>
                <a:gd name="connsiteX71" fmla="*/ 1146578 w 5774333"/>
                <a:gd name="connsiteY71" fmla="*/ 5479168 h 6315453"/>
                <a:gd name="connsiteX72" fmla="*/ 933372 w 5774333"/>
                <a:gd name="connsiteY72" fmla="*/ 5234810 h 6315453"/>
                <a:gd name="connsiteX73" fmla="*/ 747140 w 5774333"/>
                <a:gd name="connsiteY73" fmla="*/ 4976091 h 6315453"/>
                <a:gd name="connsiteX74" fmla="*/ 703616 w 5774333"/>
                <a:gd name="connsiteY74" fmla="*/ 4910196 h 6315453"/>
                <a:gd name="connsiteX75" fmla="*/ 662053 w 5774333"/>
                <a:gd name="connsiteY75" fmla="*/ 4846269 h 6315453"/>
                <a:gd name="connsiteX76" fmla="*/ 580033 w 5774333"/>
                <a:gd name="connsiteY76" fmla="*/ 4722352 h 6315453"/>
                <a:gd name="connsiteX77" fmla="*/ 410105 w 5774333"/>
                <a:gd name="connsiteY77" fmla="*/ 4469193 h 6315453"/>
                <a:gd name="connsiteX78" fmla="*/ 244224 w 5774333"/>
                <a:gd name="connsiteY78" fmla="*/ 4201556 h 6315453"/>
                <a:gd name="connsiteX79" fmla="*/ 169437 w 5774333"/>
                <a:gd name="connsiteY79" fmla="*/ 4059690 h 6315453"/>
                <a:gd name="connsiteX80" fmla="*/ 105929 w 5774333"/>
                <a:gd name="connsiteY80" fmla="*/ 3911221 h 6315453"/>
                <a:gd name="connsiteX81" fmla="*/ 57256 w 5774333"/>
                <a:gd name="connsiteY81" fmla="*/ 3757195 h 6315453"/>
                <a:gd name="connsiteX82" fmla="*/ 39111 w 5774333"/>
                <a:gd name="connsiteY82" fmla="*/ 3678677 h 6315453"/>
                <a:gd name="connsiteX83" fmla="*/ 31142 w 5774333"/>
                <a:gd name="connsiteY83" fmla="*/ 3639300 h 6315453"/>
                <a:gd name="connsiteX84" fmla="*/ 24521 w 5774333"/>
                <a:gd name="connsiteY84" fmla="*/ 3599809 h 6315453"/>
                <a:gd name="connsiteX85" fmla="*/ 0 w 5774333"/>
                <a:gd name="connsiteY85" fmla="*/ 3283418 h 6315453"/>
                <a:gd name="connsiteX86" fmla="*/ 68045 w 5774333"/>
                <a:gd name="connsiteY86" fmla="*/ 2666963 h 6315453"/>
                <a:gd name="connsiteX87" fmla="*/ 272546 w 5774333"/>
                <a:gd name="connsiteY87" fmla="*/ 2076334 h 6315453"/>
                <a:gd name="connsiteX88" fmla="*/ 1039300 w 5774333"/>
                <a:gd name="connsiteY88" fmla="*/ 1073307 h 6315453"/>
                <a:gd name="connsiteX89" fmla="*/ 1547733 w 5774333"/>
                <a:gd name="connsiteY89" fmla="*/ 680365 h 6315453"/>
                <a:gd name="connsiteX90" fmla="*/ 2115995 w 5774333"/>
                <a:gd name="connsiteY90" fmla="*/ 368373 h 6315453"/>
                <a:gd name="connsiteX91" fmla="*/ 3377451 w 5774333"/>
                <a:gd name="connsiteY91" fmla="*/ 24304 h 6315453"/>
                <a:gd name="connsiteX92" fmla="*/ 3707237 w 5774333"/>
                <a:gd name="connsiteY92" fmla="*/ 1489 h 6315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</a:cxnLst>
              <a:rect l="l" t="t" r="r" b="b"/>
              <a:pathLst>
                <a:path w="5774333" h="6315453">
                  <a:moveTo>
                    <a:pt x="3707237" y="1489"/>
                  </a:moveTo>
                  <a:cubicBezTo>
                    <a:pt x="3817502" y="-1522"/>
                    <a:pt x="3927875" y="41"/>
                    <a:pt x="4037665" y="6121"/>
                  </a:cubicBezTo>
                  <a:cubicBezTo>
                    <a:pt x="4257614" y="18745"/>
                    <a:pt x="4477439" y="49665"/>
                    <a:pt x="4692239" y="102128"/>
                  </a:cubicBezTo>
                  <a:cubicBezTo>
                    <a:pt x="4907039" y="154474"/>
                    <a:pt x="5116811" y="228592"/>
                    <a:pt x="5315059" y="324945"/>
                  </a:cubicBezTo>
                  <a:cubicBezTo>
                    <a:pt x="5463562" y="397211"/>
                    <a:pt x="5606133" y="481527"/>
                    <a:pt x="5738325" y="578286"/>
                  </a:cubicBezTo>
                  <a:lnTo>
                    <a:pt x="5774333" y="606551"/>
                  </a:lnTo>
                  <a:lnTo>
                    <a:pt x="5774333" y="975490"/>
                  </a:lnTo>
                  <a:lnTo>
                    <a:pt x="5676001" y="889749"/>
                  </a:lnTo>
                  <a:cubicBezTo>
                    <a:pt x="5522381" y="769886"/>
                    <a:pt x="5355519" y="665657"/>
                    <a:pt x="5177132" y="581926"/>
                  </a:cubicBezTo>
                  <a:cubicBezTo>
                    <a:pt x="4998867" y="497965"/>
                    <a:pt x="4810183" y="433574"/>
                    <a:pt x="4615735" y="388640"/>
                  </a:cubicBezTo>
                  <a:cubicBezTo>
                    <a:pt x="4421289" y="343591"/>
                    <a:pt x="4221446" y="317649"/>
                    <a:pt x="4020010" y="308500"/>
                  </a:cubicBezTo>
                  <a:cubicBezTo>
                    <a:pt x="3818207" y="298887"/>
                    <a:pt x="3616649" y="305257"/>
                    <a:pt x="3416315" y="328882"/>
                  </a:cubicBezTo>
                  <a:cubicBezTo>
                    <a:pt x="3216106" y="352623"/>
                    <a:pt x="3017736" y="392346"/>
                    <a:pt x="2823779" y="446545"/>
                  </a:cubicBezTo>
                  <a:cubicBezTo>
                    <a:pt x="2629699" y="500513"/>
                    <a:pt x="2440401" y="570345"/>
                    <a:pt x="2256987" y="651296"/>
                  </a:cubicBezTo>
                  <a:cubicBezTo>
                    <a:pt x="1889058" y="811461"/>
                    <a:pt x="1545527" y="1023856"/>
                    <a:pt x="1244169" y="1280374"/>
                  </a:cubicBezTo>
                  <a:cubicBezTo>
                    <a:pt x="1093982" y="1409039"/>
                    <a:pt x="954828" y="1549400"/>
                    <a:pt x="830141" y="1700184"/>
                  </a:cubicBezTo>
                  <a:cubicBezTo>
                    <a:pt x="705209" y="1850736"/>
                    <a:pt x="594989" y="2012176"/>
                    <a:pt x="502792" y="2182300"/>
                  </a:cubicBezTo>
                  <a:cubicBezTo>
                    <a:pt x="410595" y="2352308"/>
                    <a:pt x="333847" y="2530307"/>
                    <a:pt x="280637" y="2715256"/>
                  </a:cubicBezTo>
                  <a:cubicBezTo>
                    <a:pt x="227306" y="2899741"/>
                    <a:pt x="199719" y="3091521"/>
                    <a:pt x="199843" y="3283418"/>
                  </a:cubicBezTo>
                  <a:cubicBezTo>
                    <a:pt x="200946" y="3377687"/>
                    <a:pt x="210754" y="3471261"/>
                    <a:pt x="233926" y="3561593"/>
                  </a:cubicBezTo>
                  <a:cubicBezTo>
                    <a:pt x="256730" y="3652040"/>
                    <a:pt x="292162" y="3738550"/>
                    <a:pt x="334582" y="3821816"/>
                  </a:cubicBezTo>
                  <a:cubicBezTo>
                    <a:pt x="356038" y="3863392"/>
                    <a:pt x="379823" y="3904157"/>
                    <a:pt x="404834" y="3944343"/>
                  </a:cubicBezTo>
                  <a:cubicBezTo>
                    <a:pt x="430212" y="3984413"/>
                    <a:pt x="457308" y="4023905"/>
                    <a:pt x="485506" y="4062932"/>
                  </a:cubicBezTo>
                  <a:cubicBezTo>
                    <a:pt x="542639" y="4140757"/>
                    <a:pt x="606146" y="4216265"/>
                    <a:pt x="671861" y="4292120"/>
                  </a:cubicBezTo>
                  <a:cubicBezTo>
                    <a:pt x="737576" y="4368091"/>
                    <a:pt x="806234" y="4444062"/>
                    <a:pt x="873542" y="4523044"/>
                  </a:cubicBezTo>
                  <a:cubicBezTo>
                    <a:pt x="907258" y="4562419"/>
                    <a:pt x="940606" y="4602721"/>
                    <a:pt x="973831" y="4643601"/>
                  </a:cubicBezTo>
                  <a:lnTo>
                    <a:pt x="1022014" y="4702780"/>
                  </a:lnTo>
                  <a:cubicBezTo>
                    <a:pt x="1037829" y="4721658"/>
                    <a:pt x="1052910" y="4740998"/>
                    <a:pt x="1069215" y="4759411"/>
                  </a:cubicBezTo>
                  <a:cubicBezTo>
                    <a:pt x="1196477" y="4909269"/>
                    <a:pt x="1334527" y="5047199"/>
                    <a:pt x="1474784" y="5177948"/>
                  </a:cubicBezTo>
                  <a:cubicBezTo>
                    <a:pt x="1545281" y="5243033"/>
                    <a:pt x="1617003" y="5305917"/>
                    <a:pt x="1690442" y="5366255"/>
                  </a:cubicBezTo>
                  <a:cubicBezTo>
                    <a:pt x="1763881" y="5426591"/>
                    <a:pt x="1838668" y="5484959"/>
                    <a:pt x="1916276" y="5539852"/>
                  </a:cubicBezTo>
                  <a:cubicBezTo>
                    <a:pt x="2070877" y="5649872"/>
                    <a:pt x="2237617" y="5748194"/>
                    <a:pt x="2420784" y="5814437"/>
                  </a:cubicBezTo>
                  <a:cubicBezTo>
                    <a:pt x="2512124" y="5847559"/>
                    <a:pt x="2606773" y="5872921"/>
                    <a:pt x="2703015" y="5892029"/>
                  </a:cubicBezTo>
                  <a:cubicBezTo>
                    <a:pt x="2727168" y="5896546"/>
                    <a:pt x="2751075" y="5901758"/>
                    <a:pt x="2775350" y="5905695"/>
                  </a:cubicBezTo>
                  <a:lnTo>
                    <a:pt x="2848299" y="5917161"/>
                  </a:lnTo>
                  <a:cubicBezTo>
                    <a:pt x="2897218" y="5923298"/>
                    <a:pt x="2946136" y="5929784"/>
                    <a:pt x="2995544" y="5933605"/>
                  </a:cubicBezTo>
                  <a:cubicBezTo>
                    <a:pt x="3020188" y="5935806"/>
                    <a:pt x="3044831" y="5937891"/>
                    <a:pt x="3069596" y="5938933"/>
                  </a:cubicBezTo>
                  <a:cubicBezTo>
                    <a:pt x="3094362" y="5940090"/>
                    <a:pt x="3119005" y="5941943"/>
                    <a:pt x="3143894" y="5942639"/>
                  </a:cubicBezTo>
                  <a:lnTo>
                    <a:pt x="3218436" y="5944260"/>
                  </a:lnTo>
                  <a:cubicBezTo>
                    <a:pt x="3243201" y="5944838"/>
                    <a:pt x="3268212" y="5944029"/>
                    <a:pt x="3293101" y="5943913"/>
                  </a:cubicBezTo>
                  <a:lnTo>
                    <a:pt x="3330494" y="5943565"/>
                  </a:lnTo>
                  <a:cubicBezTo>
                    <a:pt x="3342632" y="5943218"/>
                    <a:pt x="3354524" y="5942523"/>
                    <a:pt x="3366540" y="5942059"/>
                  </a:cubicBezTo>
                  <a:cubicBezTo>
                    <a:pt x="3378554" y="5941480"/>
                    <a:pt x="3390570" y="5941134"/>
                    <a:pt x="3402462" y="5940323"/>
                  </a:cubicBezTo>
                  <a:lnTo>
                    <a:pt x="3438262" y="5937543"/>
                  </a:lnTo>
                  <a:cubicBezTo>
                    <a:pt x="3485954" y="5933953"/>
                    <a:pt x="3533279" y="5927931"/>
                    <a:pt x="3580236" y="5920982"/>
                  </a:cubicBezTo>
                  <a:cubicBezTo>
                    <a:pt x="3768185" y="5891567"/>
                    <a:pt x="3948901" y="5834010"/>
                    <a:pt x="4121034" y="5753290"/>
                  </a:cubicBezTo>
                  <a:cubicBezTo>
                    <a:pt x="4293782" y="5673497"/>
                    <a:pt x="4458191" y="5571353"/>
                    <a:pt x="4620639" y="5459364"/>
                  </a:cubicBezTo>
                  <a:cubicBezTo>
                    <a:pt x="4661221" y="5431455"/>
                    <a:pt x="4701557" y="5402271"/>
                    <a:pt x="4741771" y="5372971"/>
                  </a:cubicBezTo>
                  <a:cubicBezTo>
                    <a:pt x="4782230" y="5343672"/>
                    <a:pt x="4822566" y="5313908"/>
                    <a:pt x="4862901" y="5283682"/>
                  </a:cubicBezTo>
                  <a:lnTo>
                    <a:pt x="5108229" y="5098386"/>
                  </a:lnTo>
                  <a:cubicBezTo>
                    <a:pt x="5276563" y="4972270"/>
                    <a:pt x="5446489" y="4854838"/>
                    <a:pt x="5612493" y="4739724"/>
                  </a:cubicBezTo>
                  <a:lnTo>
                    <a:pt x="5774333" y="4623488"/>
                  </a:lnTo>
                  <a:lnTo>
                    <a:pt x="5774333" y="5232926"/>
                  </a:lnTo>
                  <a:lnTo>
                    <a:pt x="5676492" y="5306859"/>
                  </a:lnTo>
                  <a:cubicBezTo>
                    <a:pt x="5592693" y="5367905"/>
                    <a:pt x="5508955" y="5427286"/>
                    <a:pt x="5426260" y="5486233"/>
                  </a:cubicBezTo>
                  <a:lnTo>
                    <a:pt x="5300225" y="5576217"/>
                  </a:lnTo>
                  <a:cubicBezTo>
                    <a:pt x="5257559" y="5606443"/>
                    <a:pt x="5214525" y="5636901"/>
                    <a:pt x="5170757" y="5666780"/>
                  </a:cubicBezTo>
                  <a:cubicBezTo>
                    <a:pt x="5127110" y="5696775"/>
                    <a:pt x="5082973" y="5726654"/>
                    <a:pt x="5038100" y="5756185"/>
                  </a:cubicBezTo>
                  <a:cubicBezTo>
                    <a:pt x="4993106" y="5785486"/>
                    <a:pt x="4947743" y="5814553"/>
                    <a:pt x="4901276" y="5843043"/>
                  </a:cubicBezTo>
                  <a:cubicBezTo>
                    <a:pt x="4808835" y="5900136"/>
                    <a:pt x="4713449" y="5955494"/>
                    <a:pt x="4614019" y="6006103"/>
                  </a:cubicBezTo>
                  <a:cubicBezTo>
                    <a:pt x="4514711" y="6056943"/>
                    <a:pt x="4411971" y="6104192"/>
                    <a:pt x="4305061" y="6144726"/>
                  </a:cubicBezTo>
                  <a:cubicBezTo>
                    <a:pt x="4092223" y="6226952"/>
                    <a:pt x="3863569" y="6282424"/>
                    <a:pt x="3632710" y="6304196"/>
                  </a:cubicBezTo>
                  <a:cubicBezTo>
                    <a:pt x="3574964" y="6309408"/>
                    <a:pt x="3517218" y="6313345"/>
                    <a:pt x="3459594" y="6314504"/>
                  </a:cubicBezTo>
                  <a:lnTo>
                    <a:pt x="3416315" y="6315429"/>
                  </a:lnTo>
                  <a:cubicBezTo>
                    <a:pt x="3401971" y="6315546"/>
                    <a:pt x="3387505" y="6315198"/>
                    <a:pt x="3373159" y="6315198"/>
                  </a:cubicBezTo>
                  <a:lnTo>
                    <a:pt x="3330127" y="6314735"/>
                  </a:lnTo>
                  <a:lnTo>
                    <a:pt x="3288320" y="6313230"/>
                  </a:lnTo>
                  <a:cubicBezTo>
                    <a:pt x="3176996" y="6309870"/>
                    <a:pt x="3065428" y="6301533"/>
                    <a:pt x="2954350" y="6288098"/>
                  </a:cubicBezTo>
                  <a:cubicBezTo>
                    <a:pt x="2843150" y="6275360"/>
                    <a:pt x="2732194" y="6257061"/>
                    <a:pt x="2622466" y="6232742"/>
                  </a:cubicBezTo>
                  <a:cubicBezTo>
                    <a:pt x="2512859" y="6208190"/>
                    <a:pt x="2404110" y="6179122"/>
                    <a:pt x="2296466" y="6146001"/>
                  </a:cubicBezTo>
                  <a:cubicBezTo>
                    <a:pt x="2081544" y="6079179"/>
                    <a:pt x="1869073" y="5996027"/>
                    <a:pt x="1672419" y="5885197"/>
                  </a:cubicBezTo>
                  <a:cubicBezTo>
                    <a:pt x="1475643" y="5774599"/>
                    <a:pt x="1299954" y="5634353"/>
                    <a:pt x="1146578" y="5479168"/>
                  </a:cubicBezTo>
                  <a:cubicBezTo>
                    <a:pt x="1069461" y="5401692"/>
                    <a:pt x="999333" y="5319235"/>
                    <a:pt x="933372" y="5234810"/>
                  </a:cubicBezTo>
                  <a:cubicBezTo>
                    <a:pt x="867781" y="5150038"/>
                    <a:pt x="805375" y="5063991"/>
                    <a:pt x="747140" y="4976091"/>
                  </a:cubicBezTo>
                  <a:cubicBezTo>
                    <a:pt x="732182" y="4954319"/>
                    <a:pt x="718082" y="4932199"/>
                    <a:pt x="703616" y="4910196"/>
                  </a:cubicBezTo>
                  <a:lnTo>
                    <a:pt x="662053" y="4846269"/>
                  </a:lnTo>
                  <a:cubicBezTo>
                    <a:pt x="635449" y="4804925"/>
                    <a:pt x="607864" y="4763928"/>
                    <a:pt x="580033" y="4722352"/>
                  </a:cubicBezTo>
                  <a:lnTo>
                    <a:pt x="410105" y="4469193"/>
                  </a:lnTo>
                  <a:cubicBezTo>
                    <a:pt x="353095" y="4382915"/>
                    <a:pt x="296820" y="4294089"/>
                    <a:pt x="244224" y="4201556"/>
                  </a:cubicBezTo>
                  <a:cubicBezTo>
                    <a:pt x="217987" y="4155232"/>
                    <a:pt x="192609" y="4108098"/>
                    <a:pt x="169437" y="4059690"/>
                  </a:cubicBezTo>
                  <a:cubicBezTo>
                    <a:pt x="146388" y="4011165"/>
                    <a:pt x="124932" y="3961715"/>
                    <a:pt x="105929" y="3911221"/>
                  </a:cubicBezTo>
                  <a:cubicBezTo>
                    <a:pt x="87293" y="3860613"/>
                    <a:pt x="70742" y="3809309"/>
                    <a:pt x="57256" y="3757195"/>
                  </a:cubicBezTo>
                  <a:cubicBezTo>
                    <a:pt x="50881" y="3731138"/>
                    <a:pt x="44383" y="3704965"/>
                    <a:pt x="39111" y="3678677"/>
                  </a:cubicBezTo>
                  <a:lnTo>
                    <a:pt x="31142" y="3639300"/>
                  </a:lnTo>
                  <a:lnTo>
                    <a:pt x="24521" y="3599809"/>
                  </a:lnTo>
                  <a:cubicBezTo>
                    <a:pt x="7234" y="3494423"/>
                    <a:pt x="0" y="3388457"/>
                    <a:pt x="0" y="3283418"/>
                  </a:cubicBezTo>
                  <a:cubicBezTo>
                    <a:pt x="491" y="3076698"/>
                    <a:pt x="23418" y="2869978"/>
                    <a:pt x="68045" y="2666963"/>
                  </a:cubicBezTo>
                  <a:cubicBezTo>
                    <a:pt x="112550" y="2464064"/>
                    <a:pt x="180717" y="2265104"/>
                    <a:pt x="272546" y="2076334"/>
                  </a:cubicBezTo>
                  <a:cubicBezTo>
                    <a:pt x="457062" y="1698794"/>
                    <a:pt x="724457" y="1360978"/>
                    <a:pt x="1039300" y="1073307"/>
                  </a:cubicBezTo>
                  <a:cubicBezTo>
                    <a:pt x="1197090" y="929472"/>
                    <a:pt x="1367630" y="798259"/>
                    <a:pt x="1547733" y="680365"/>
                  </a:cubicBezTo>
                  <a:cubicBezTo>
                    <a:pt x="1728081" y="562587"/>
                    <a:pt x="1917870" y="457663"/>
                    <a:pt x="2115995" y="368373"/>
                  </a:cubicBezTo>
                  <a:cubicBezTo>
                    <a:pt x="2512737" y="191070"/>
                    <a:pt x="2939883" y="73870"/>
                    <a:pt x="3377451" y="24304"/>
                  </a:cubicBezTo>
                  <a:cubicBezTo>
                    <a:pt x="3486812" y="12086"/>
                    <a:pt x="3596971" y="4500"/>
                    <a:pt x="3707237" y="148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C18CE1F-9DF1-47AF-9E66-6CE348AC23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464911 h 6229400"/>
                <a:gd name="connsiteX4" fmla="*/ 5660063 w 5769111"/>
                <a:gd name="connsiteY4" fmla="*/ 1328105 h 6229400"/>
                <a:gd name="connsiteX5" fmla="*/ 4910471 w 5769111"/>
                <a:gd name="connsiteY5" fmla="*/ 781599 h 6229400"/>
                <a:gd name="connsiteX6" fmla="*/ 3882695 w 5769111"/>
                <a:gd name="connsiteY6" fmla="*/ 579048 h 6229400"/>
                <a:gd name="connsiteX7" fmla="*/ 2683153 w 5769111"/>
                <a:gd name="connsiteY7" fmla="*/ 797003 h 6229400"/>
                <a:gd name="connsiteX8" fmla="*/ 1617493 w 5769111"/>
                <a:gd name="connsiteY8" fmla="*/ 1395738 h 6229400"/>
                <a:gd name="connsiteX9" fmla="*/ 880408 w 5769111"/>
                <a:gd name="connsiteY9" fmla="*/ 2259099 h 6229400"/>
                <a:gd name="connsiteX10" fmla="*/ 613135 w 5769111"/>
                <a:gd name="connsiteY10" fmla="*/ 3263863 h 6229400"/>
                <a:gd name="connsiteX11" fmla="*/ 1055484 w 5769111"/>
                <a:gd name="connsiteY11" fmla="*/ 4196825 h 6229400"/>
                <a:gd name="connsiteX12" fmla="*/ 1278376 w 5769111"/>
                <a:gd name="connsiteY12" fmla="*/ 4492950 h 6229400"/>
                <a:gd name="connsiteX13" fmla="*/ 3369851 w 5769111"/>
                <a:gd name="connsiteY13" fmla="*/ 5650468 h 6229400"/>
                <a:gd name="connsiteX14" fmla="*/ 4957551 w 5769111"/>
                <a:gd name="connsiteY14" fmla="*/ 4938355 h 6229400"/>
                <a:gd name="connsiteX15" fmla="*/ 5150773 w 5769111"/>
                <a:gd name="connsiteY15" fmla="*/ 4796950 h 6229400"/>
                <a:gd name="connsiteX16" fmla="*/ 5747247 w 5769111"/>
                <a:gd name="connsiteY16" fmla="*/ 4338176 h 6229400"/>
                <a:gd name="connsiteX17" fmla="*/ 5769111 w 5769111"/>
                <a:gd name="connsiteY17" fmla="*/ 4318497 h 6229400"/>
                <a:gd name="connsiteX18" fmla="*/ 5769111 w 5769111"/>
                <a:gd name="connsiteY18" fmla="*/ 5074612 h 6229400"/>
                <a:gd name="connsiteX19" fmla="*/ 5636252 w 5769111"/>
                <a:gd name="connsiteY19" fmla="*/ 5174208 h 6229400"/>
                <a:gd name="connsiteX20" fmla="*/ 5334922 w 5769111"/>
                <a:gd name="connsiteY20" fmla="*/ 5394528 h 6229400"/>
                <a:gd name="connsiteX21" fmla="*/ 3369727 w 5769111"/>
                <a:gd name="connsiteY21" fmla="*/ 6229400 h 6229400"/>
                <a:gd name="connsiteX22" fmla="*/ 771046 w 5769111"/>
                <a:gd name="connsiteY22" fmla="*/ 4817913 h 6229400"/>
                <a:gd name="connsiteX23" fmla="*/ 0 w 5769111"/>
                <a:gd name="connsiteY23" fmla="*/ 3263748 h 6229400"/>
                <a:gd name="connsiteX24" fmla="*/ 3882695 w 5769111"/>
                <a:gd name="connsiteY24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464911"/>
                  </a:lnTo>
                  <a:lnTo>
                    <a:pt x="5660063" y="1328105"/>
                  </a:lnTo>
                  <a:cubicBezTo>
                    <a:pt x="5449800" y="1091506"/>
                    <a:pt x="5197607" y="907600"/>
                    <a:pt x="4910471" y="781599"/>
                  </a:cubicBezTo>
                  <a:cubicBezTo>
                    <a:pt x="4604088" y="647260"/>
                    <a:pt x="4258349" y="579048"/>
                    <a:pt x="3882695" y="579048"/>
                  </a:cubicBezTo>
                  <a:cubicBezTo>
                    <a:pt x="3484238" y="579048"/>
                    <a:pt x="3080631" y="652240"/>
                    <a:pt x="2683153" y="797003"/>
                  </a:cubicBezTo>
                  <a:cubicBezTo>
                    <a:pt x="2296098" y="937595"/>
                    <a:pt x="1927678" y="1144662"/>
                    <a:pt x="1617493" y="1395738"/>
                  </a:cubicBezTo>
                  <a:cubicBezTo>
                    <a:pt x="1301915" y="1651098"/>
                    <a:pt x="1053890" y="1941665"/>
                    <a:pt x="880408" y="2259099"/>
                  </a:cubicBezTo>
                  <a:cubicBezTo>
                    <a:pt x="703125" y="2583597"/>
                    <a:pt x="613135" y="2921645"/>
                    <a:pt x="613135" y="3263863"/>
                  </a:cubicBezTo>
                  <a:cubicBezTo>
                    <a:pt x="613135" y="3608512"/>
                    <a:pt x="756702" y="3809789"/>
                    <a:pt x="1055484" y="4196825"/>
                  </a:cubicBezTo>
                  <a:cubicBezTo>
                    <a:pt x="1127574" y="4290167"/>
                    <a:pt x="1202116" y="4386753"/>
                    <a:pt x="1278376" y="4492950"/>
                  </a:cubicBezTo>
                  <a:cubicBezTo>
                    <a:pt x="1861105" y="5304313"/>
                    <a:pt x="2486623" y="5650468"/>
                    <a:pt x="3369851" y="5650468"/>
                  </a:cubicBezTo>
                  <a:cubicBezTo>
                    <a:pt x="3949515" y="5650468"/>
                    <a:pt x="4374822" y="5368471"/>
                    <a:pt x="4957551" y="4938355"/>
                  </a:cubicBezTo>
                  <a:cubicBezTo>
                    <a:pt x="5022653" y="4890293"/>
                    <a:pt x="5087755" y="4842811"/>
                    <a:pt x="5150773" y="4796950"/>
                  </a:cubicBezTo>
                  <a:cubicBezTo>
                    <a:pt x="5364254" y="4641404"/>
                    <a:pt x="5570313" y="4491241"/>
                    <a:pt x="5747247" y="4338176"/>
                  </a:cubicBezTo>
                  <a:lnTo>
                    <a:pt x="5769111" y="4318497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5BD26A8C-8D1D-41E6-A71E-FE9AC75F3F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675390 h 6229400"/>
                <a:gd name="connsiteX4" fmla="*/ 5711488 w 5769111"/>
                <a:gd name="connsiteY4" fmla="*/ 1585205 h 6229400"/>
                <a:gd name="connsiteX5" fmla="*/ 5566027 w 5769111"/>
                <a:gd name="connsiteY5" fmla="*/ 1402571 h 6229400"/>
                <a:gd name="connsiteX6" fmla="*/ 4858734 w 5769111"/>
                <a:gd name="connsiteY6" fmla="*/ 886639 h 6229400"/>
                <a:gd name="connsiteX7" fmla="*/ 3882695 w 5769111"/>
                <a:gd name="connsiteY7" fmla="*/ 694858 h 6229400"/>
                <a:gd name="connsiteX8" fmla="*/ 2727046 w 5769111"/>
                <a:gd name="connsiteY8" fmla="*/ 905053 h 6229400"/>
                <a:gd name="connsiteX9" fmla="*/ 1697186 w 5769111"/>
                <a:gd name="connsiteY9" fmla="*/ 1483638 h 6229400"/>
                <a:gd name="connsiteX10" fmla="*/ 989279 w 5769111"/>
                <a:gd name="connsiteY10" fmla="*/ 2312139 h 6229400"/>
                <a:gd name="connsiteX11" fmla="*/ 735615 w 5769111"/>
                <a:gd name="connsiteY11" fmla="*/ 3263863 h 6229400"/>
                <a:gd name="connsiteX12" fmla="*/ 1154424 w 5769111"/>
                <a:gd name="connsiteY12" fmla="*/ 4128614 h 6229400"/>
                <a:gd name="connsiteX13" fmla="*/ 1379768 w 5769111"/>
                <a:gd name="connsiteY13" fmla="*/ 4427981 h 6229400"/>
                <a:gd name="connsiteX14" fmla="*/ 2239456 w 5769111"/>
                <a:gd name="connsiteY14" fmla="*/ 5256947 h 6229400"/>
                <a:gd name="connsiteX15" fmla="*/ 3369727 w 5769111"/>
                <a:gd name="connsiteY15" fmla="*/ 5534658 h 6229400"/>
                <a:gd name="connsiteX16" fmla="*/ 4096760 w 5769111"/>
                <a:gd name="connsiteY16" fmla="*/ 5357817 h 6229400"/>
                <a:gd name="connsiteX17" fmla="*/ 4881905 w 5769111"/>
                <a:gd name="connsiteY17" fmla="*/ 4847212 h 6229400"/>
                <a:gd name="connsiteX18" fmla="*/ 5075739 w 5769111"/>
                <a:gd name="connsiteY18" fmla="*/ 4705346 h 6229400"/>
                <a:gd name="connsiteX19" fmla="*/ 5759930 w 5769111"/>
                <a:gd name="connsiteY19" fmla="*/ 4166809 h 6229400"/>
                <a:gd name="connsiteX20" fmla="*/ 5769111 w 5769111"/>
                <a:gd name="connsiteY20" fmla="*/ 4157764 h 6229400"/>
                <a:gd name="connsiteX21" fmla="*/ 5769111 w 5769111"/>
                <a:gd name="connsiteY21" fmla="*/ 5074612 h 6229400"/>
                <a:gd name="connsiteX22" fmla="*/ 5636252 w 5769111"/>
                <a:gd name="connsiteY22" fmla="*/ 5174208 h 6229400"/>
                <a:gd name="connsiteX23" fmla="*/ 5334922 w 5769111"/>
                <a:gd name="connsiteY23" fmla="*/ 5394528 h 6229400"/>
                <a:gd name="connsiteX24" fmla="*/ 3369727 w 5769111"/>
                <a:gd name="connsiteY24" fmla="*/ 6229400 h 6229400"/>
                <a:gd name="connsiteX25" fmla="*/ 771046 w 5769111"/>
                <a:gd name="connsiteY25" fmla="*/ 4817913 h 6229400"/>
                <a:gd name="connsiteX26" fmla="*/ 0 w 5769111"/>
                <a:gd name="connsiteY26" fmla="*/ 3263748 h 6229400"/>
                <a:gd name="connsiteX27" fmla="*/ 3882695 w 5769111"/>
                <a:gd name="connsiteY27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675390"/>
                  </a:lnTo>
                  <a:lnTo>
                    <a:pt x="5711488" y="1585205"/>
                  </a:lnTo>
                  <a:cubicBezTo>
                    <a:pt x="5665942" y="1521390"/>
                    <a:pt x="5617428" y="1460432"/>
                    <a:pt x="5566027" y="1402571"/>
                  </a:cubicBezTo>
                  <a:cubicBezTo>
                    <a:pt x="5367411" y="1179058"/>
                    <a:pt x="5129563" y="1005460"/>
                    <a:pt x="4858734" y="886639"/>
                  </a:cubicBezTo>
                  <a:cubicBezTo>
                    <a:pt x="4568779" y="759363"/>
                    <a:pt x="4240327" y="694858"/>
                    <a:pt x="3882695" y="694858"/>
                  </a:cubicBezTo>
                  <a:cubicBezTo>
                    <a:pt x="3504835" y="694858"/>
                    <a:pt x="3105151" y="767471"/>
                    <a:pt x="2727046" y="905053"/>
                  </a:cubicBezTo>
                  <a:cubicBezTo>
                    <a:pt x="2352985" y="1041013"/>
                    <a:pt x="1996826" y="1241132"/>
                    <a:pt x="1697186" y="1483638"/>
                  </a:cubicBezTo>
                  <a:cubicBezTo>
                    <a:pt x="1397913" y="1725796"/>
                    <a:pt x="1153199" y="2012308"/>
                    <a:pt x="989279" y="2312139"/>
                  </a:cubicBezTo>
                  <a:cubicBezTo>
                    <a:pt x="820946" y="2620077"/>
                    <a:pt x="735615" y="2940290"/>
                    <a:pt x="735615" y="3263863"/>
                  </a:cubicBezTo>
                  <a:cubicBezTo>
                    <a:pt x="735615" y="3573074"/>
                    <a:pt x="863980" y="3752464"/>
                    <a:pt x="1154424" y="4128614"/>
                  </a:cubicBezTo>
                  <a:cubicBezTo>
                    <a:pt x="1227127" y="4222767"/>
                    <a:pt x="1302282" y="4320162"/>
                    <a:pt x="1379768" y="4427981"/>
                  </a:cubicBezTo>
                  <a:cubicBezTo>
                    <a:pt x="1653784" y="4809458"/>
                    <a:pt x="1934912" y="5080685"/>
                    <a:pt x="2239456" y="5256947"/>
                  </a:cubicBezTo>
                  <a:cubicBezTo>
                    <a:pt x="2562268" y="5443863"/>
                    <a:pt x="2932037" y="5534658"/>
                    <a:pt x="3369727" y="5534658"/>
                  </a:cubicBezTo>
                  <a:cubicBezTo>
                    <a:pt x="3618120" y="5534658"/>
                    <a:pt x="3849103" y="5478491"/>
                    <a:pt x="4096760" y="5357817"/>
                  </a:cubicBezTo>
                  <a:cubicBezTo>
                    <a:pt x="4351037" y="5233901"/>
                    <a:pt x="4602740" y="5053238"/>
                    <a:pt x="4881905" y="4847212"/>
                  </a:cubicBezTo>
                  <a:cubicBezTo>
                    <a:pt x="4947375" y="4798920"/>
                    <a:pt x="5012599" y="4751322"/>
                    <a:pt x="5075739" y="4705346"/>
                  </a:cubicBezTo>
                  <a:cubicBezTo>
                    <a:pt x="5327320" y="4521990"/>
                    <a:pt x="5568418" y="4346256"/>
                    <a:pt x="5759930" y="4166809"/>
                  </a:cubicBezTo>
                  <a:lnTo>
                    <a:pt x="5769111" y="4157764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" name="Picture 7" descr="A logo for a company&#10;&#10;AI-generated content may be incorrect.">
            <a:extLst>
              <a:ext uri="{FF2B5EF4-FFF2-40B4-BE49-F238E27FC236}">
                <a16:creationId xmlns:a16="http://schemas.microsoft.com/office/drawing/2014/main" id="{DB4E9CA7-FD10-13FF-E089-74B59DD018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9400" y="1592782"/>
            <a:ext cx="4343096" cy="2884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66233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EDC07B27-4E3C-4BCF-ABDB-6AA72857C0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-1500"/>
            <a:ext cx="12191998" cy="6858000"/>
          </a:xfrm>
          <a:prstGeom prst="rect">
            <a:avLst/>
          </a:prstGeom>
          <a:gradFill>
            <a:gsLst>
              <a:gs pos="19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3D11BE6-2A04-4DBB-842D-88602B5E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78536" y="12437"/>
            <a:ext cx="11713464" cy="6844063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20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A05E02A-9AA9-45EC-B87B-B46F043F3F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9" y="2724072"/>
            <a:ext cx="12192008" cy="4114801"/>
          </a:xfrm>
          <a:prstGeom prst="rect">
            <a:avLst/>
          </a:prstGeom>
          <a:gradFill>
            <a:gsLst>
              <a:gs pos="30000">
                <a:schemeClr val="accent1">
                  <a:lumMod val="75000"/>
                  <a:alpha val="19000"/>
                </a:schemeClr>
              </a:gs>
              <a:gs pos="100000">
                <a:schemeClr val="accent1">
                  <a:alpha val="24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E91EDBA-E8E0-4575-8147-B700345215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709672" y="1716338"/>
            <a:ext cx="6858003" cy="3422328"/>
          </a:xfrm>
          <a:prstGeom prst="rect">
            <a:avLst/>
          </a:prstGeom>
          <a:gradFill>
            <a:gsLst>
              <a:gs pos="0">
                <a:schemeClr val="accent1">
                  <a:alpha val="52000"/>
                </a:schemeClr>
              </a:gs>
              <a:gs pos="76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DECFCFD-958D-5EB7-4D6B-24F4E5D2BB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4442" y="201115"/>
            <a:ext cx="9867331" cy="1167495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800">
                <a:solidFill>
                  <a:srgbClr val="FFFFFF"/>
                </a:solidFill>
              </a:rPr>
              <a:t>Team Responsibilities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FEE4473-A122-4E96-8C31-B4C5AAA274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123" y="2706446"/>
            <a:ext cx="12191997" cy="3711900"/>
          </a:xfrm>
          <a:prstGeom prst="rect">
            <a:avLst/>
          </a:prstGeom>
          <a:gradFill>
            <a:gsLst>
              <a:gs pos="0">
                <a:srgbClr val="000000">
                  <a:alpha val="50000"/>
                </a:srgbClr>
              </a:gs>
              <a:gs pos="92000">
                <a:schemeClr val="accent1">
                  <a:lumMod val="75000"/>
                  <a:alpha val="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ED3EB9-872A-1FFC-3B58-A6B736C98A20}"/>
              </a:ext>
            </a:extLst>
          </p:cNvPr>
          <p:cNvSpPr txBox="1"/>
          <p:nvPr/>
        </p:nvSpPr>
        <p:spPr>
          <a:xfrm>
            <a:off x="1589965" y="5777350"/>
            <a:ext cx="9021170" cy="5402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ctr">
              <a:lnSpc>
                <a:spcPct val="90000"/>
              </a:lnSpc>
              <a:spcBef>
                <a:spcPts val="1000"/>
              </a:spcBef>
            </a:pPr>
            <a:r>
              <a:rPr lang="en-US" sz="2400">
                <a:solidFill>
                  <a:srgbClr val="FFFFFF"/>
                </a:solidFill>
              </a:rPr>
              <a:t>Contact Us: dollardoodledev@gmail.com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D0D190-26FA-B607-612A-3AFDA829AC26}"/>
              </a:ext>
            </a:extLst>
          </p:cNvPr>
          <p:cNvGrpSpPr/>
          <p:nvPr/>
        </p:nvGrpSpPr>
        <p:grpSpPr>
          <a:xfrm>
            <a:off x="4373672" y="1711067"/>
            <a:ext cx="3179928" cy="1319989"/>
            <a:chOff x="2716857" y="10504"/>
            <a:chExt cx="3710285" cy="2226171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583C729-DD4F-25C2-E192-A074152F1504}"/>
                </a:ext>
              </a:extLst>
            </p:cNvPr>
            <p:cNvSpPr/>
            <p:nvPr/>
          </p:nvSpPr>
          <p:spPr>
            <a:xfrm>
              <a:off x="2716857" y="10504"/>
              <a:ext cx="3710285" cy="2226171"/>
            </a:xfrm>
            <a:prstGeom prst="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5">
                <a:hueOff val="0"/>
                <a:satOff val="0"/>
                <a:lumOff val="0"/>
                <a:alphaOff val="0"/>
              </a:schemeClr>
            </a:fillRef>
            <a:effectRef idx="0">
              <a:schemeClr val="accent5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85338D7-8472-81F1-F35A-8C0D41FBF8FE}"/>
                </a:ext>
              </a:extLst>
            </p:cNvPr>
            <p:cNvSpPr txBox="1"/>
            <p:nvPr/>
          </p:nvSpPr>
          <p:spPr>
            <a:xfrm>
              <a:off x="2716857" y="10504"/>
              <a:ext cx="3710285" cy="222617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6680" tIns="106680" rIns="106680" bIns="106680" numCol="1" spcCol="1270" anchor="ctr" anchorCtr="0">
              <a:noAutofit/>
            </a:bodyPr>
            <a:lstStyle/>
            <a:p>
              <a:pPr algn="ctr" defTabSz="90678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380" b="1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Alex Hildreth</a:t>
              </a:r>
            </a:p>
            <a:p>
              <a:pPr algn="ctr" defTabSz="90678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040" kern="1200">
                  <a:solidFill>
                    <a:prstClr val="white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Project Manager</a:t>
              </a:r>
              <a:endParaRPr lang="en-US" sz="2400" b="0" kern="1200">
                <a:solidFill>
                  <a:prstClr val="white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endParaRP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200C015-36CA-478B-E33F-5E8076958465}"/>
              </a:ext>
            </a:extLst>
          </p:cNvPr>
          <p:cNvGrpSpPr/>
          <p:nvPr/>
        </p:nvGrpSpPr>
        <p:grpSpPr>
          <a:xfrm>
            <a:off x="7432953" y="3857168"/>
            <a:ext cx="3179927" cy="1410878"/>
            <a:chOff x="4747682" y="2479862"/>
            <a:chExt cx="3710285" cy="2226171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802B0FC-28BA-002B-37E3-9B9FC6DAB110}"/>
                </a:ext>
              </a:extLst>
            </p:cNvPr>
            <p:cNvSpPr/>
            <p:nvPr/>
          </p:nvSpPr>
          <p:spPr>
            <a:xfrm>
              <a:off x="4747682" y="2479862"/>
              <a:ext cx="3710285" cy="2226171"/>
            </a:xfrm>
            <a:prstGeom prst="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5">
                <a:hueOff val="-1654278"/>
                <a:satOff val="-8885"/>
                <a:lumOff val="3039"/>
                <a:alphaOff val="0"/>
              </a:schemeClr>
            </a:fillRef>
            <a:effectRef idx="0">
              <a:schemeClr val="accent5">
                <a:hueOff val="-1654278"/>
                <a:satOff val="-8885"/>
                <a:lumOff val="3039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BF86F95-D9D8-1EBE-7C14-A6CB8E1449EE}"/>
                </a:ext>
              </a:extLst>
            </p:cNvPr>
            <p:cNvSpPr txBox="1"/>
            <p:nvPr/>
          </p:nvSpPr>
          <p:spPr>
            <a:xfrm>
              <a:off x="4747682" y="2479862"/>
              <a:ext cx="3710285" cy="222617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6680" tIns="106680" rIns="106680" bIns="106680" numCol="1" spcCol="1270" anchor="ctr" anchorCtr="0">
              <a:noAutofit/>
            </a:bodyPr>
            <a:lstStyle/>
            <a:p>
              <a:pPr algn="ctr" defTabSz="90678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350" b="1" kern="1200" err="1">
                  <a:solidFill>
                    <a:prstClr val="black"/>
                  </a:solidFill>
                  <a:latin typeface="Times New Roman"/>
                  <a:ea typeface="+mn-ea"/>
                  <a:cs typeface="Times New Roman"/>
                </a:rPr>
                <a:t>Roumaysae</a:t>
              </a:r>
              <a:r>
                <a:rPr lang="en-US" sz="2350" b="1" kern="1200">
                  <a:solidFill>
                    <a:prstClr val="black"/>
                  </a:solidFill>
                  <a:latin typeface="Times New Roman"/>
                  <a:ea typeface="+mn-ea"/>
                  <a:cs typeface="Times New Roman"/>
                </a:rPr>
                <a:t> </a:t>
              </a:r>
              <a:r>
                <a:rPr lang="en-US" sz="2350" b="1" kern="1200" err="1">
                  <a:solidFill>
                    <a:prstClr val="black"/>
                  </a:solidFill>
                  <a:latin typeface="Times New Roman"/>
                  <a:ea typeface="+mn-ea"/>
                  <a:cs typeface="Times New Roman"/>
                </a:rPr>
                <a:t>Jerari</a:t>
              </a:r>
              <a:endParaRPr lang="en-US" sz="2350" b="1" kern="1200">
                <a:solidFill>
                  <a:prstClr val="black"/>
                </a:solidFill>
                <a:latin typeface="Times New Roman"/>
                <a:cs typeface="Times New Roman"/>
              </a:endParaRPr>
            </a:p>
            <a:p>
              <a:pPr algn="ctr" defTabSz="90678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350" b="1" kern="1200">
                  <a:solidFill>
                    <a:prstClr val="black"/>
                  </a:solidFill>
                  <a:latin typeface="Times New Roman"/>
                  <a:ea typeface="+mn-ea"/>
                  <a:cs typeface="Times New Roman"/>
                </a:rPr>
                <a:t>Eva </a:t>
              </a:r>
              <a:r>
                <a:rPr lang="en-US" sz="2350" b="1" kern="1200" err="1">
                  <a:solidFill>
                    <a:prstClr val="black"/>
                  </a:solidFill>
                  <a:latin typeface="Times New Roman"/>
                  <a:ea typeface="+mn-ea"/>
                  <a:cs typeface="Times New Roman"/>
                </a:rPr>
                <a:t>Buesse</a:t>
              </a:r>
              <a:endParaRPr lang="en-US" sz="2350" b="1" kern="1200">
                <a:solidFill>
                  <a:prstClr val="black"/>
                </a:solidFill>
                <a:latin typeface="Times New Roman"/>
                <a:cs typeface="Times New Roman"/>
              </a:endParaRPr>
            </a:p>
            <a:p>
              <a:pPr algn="ctr" defTabSz="90678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000" kern="1200">
                  <a:solidFill>
                    <a:prstClr val="white"/>
                  </a:solidFill>
                  <a:latin typeface="Times New Roman"/>
                  <a:ea typeface="+mn-ea"/>
                  <a:cs typeface="Times New Roman"/>
                </a:rPr>
                <a:t> Back End </a:t>
              </a:r>
              <a:r>
                <a:rPr lang="en-US" sz="2000">
                  <a:solidFill>
                    <a:prstClr val="white"/>
                  </a:solidFill>
                  <a:latin typeface="Times New Roman"/>
                  <a:cs typeface="Times New Roman"/>
                </a:rPr>
                <a:t>Development</a:t>
              </a:r>
              <a:endParaRPr lang="en-US" sz="2400" b="0" kern="1200">
                <a:solidFill>
                  <a:prstClr val="white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E8B2BCC7-492A-2F5D-3F0C-3A41962A8E27}"/>
              </a:ext>
            </a:extLst>
          </p:cNvPr>
          <p:cNvGrpSpPr/>
          <p:nvPr/>
        </p:nvGrpSpPr>
        <p:grpSpPr>
          <a:xfrm>
            <a:off x="1960121" y="3857575"/>
            <a:ext cx="3179928" cy="1410879"/>
            <a:chOff x="635016" y="2530500"/>
            <a:chExt cx="3710285" cy="2226171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1FF0013-40A3-D6EB-145E-8D28BEC13B7B}"/>
                </a:ext>
              </a:extLst>
            </p:cNvPr>
            <p:cNvSpPr/>
            <p:nvPr/>
          </p:nvSpPr>
          <p:spPr>
            <a:xfrm>
              <a:off x="635016" y="2530500"/>
              <a:ext cx="3710285" cy="2226171"/>
            </a:xfrm>
            <a:prstGeom prst="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5">
                <a:hueOff val="-3308557"/>
                <a:satOff val="-17770"/>
                <a:lumOff val="6078"/>
                <a:alphaOff val="0"/>
              </a:schemeClr>
            </a:fillRef>
            <a:effectRef idx="0">
              <a:schemeClr val="accent5">
                <a:hueOff val="-3308557"/>
                <a:satOff val="-17770"/>
                <a:lumOff val="6078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6CC887C-C0B1-00E1-E8F1-869679641A1A}"/>
                </a:ext>
              </a:extLst>
            </p:cNvPr>
            <p:cNvSpPr txBox="1"/>
            <p:nvPr/>
          </p:nvSpPr>
          <p:spPr>
            <a:xfrm>
              <a:off x="635016" y="2530500"/>
              <a:ext cx="3710285" cy="222617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6680" tIns="106680" rIns="106680" bIns="106680" numCol="1" spcCol="1270" anchor="ctr" anchorCtr="0">
              <a:noAutofit/>
            </a:bodyPr>
            <a:lstStyle/>
            <a:p>
              <a:pPr algn="ctr" defTabSz="90678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380" b="1" kern="1200">
                  <a:solidFill>
                    <a:prstClr val="black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Nick Schott</a:t>
              </a:r>
            </a:p>
            <a:p>
              <a:pPr algn="ctr" defTabSz="90678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380" b="1" kern="1200">
                  <a:solidFill>
                    <a:prstClr val="black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Daniel Austin</a:t>
              </a:r>
            </a:p>
            <a:p>
              <a:pPr algn="ctr" defTabSz="90678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040" kern="1200">
                  <a:solidFill>
                    <a:prstClr val="white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Front End Development</a:t>
              </a:r>
              <a:endParaRPr lang="en-US" sz="2400" b="0" kern="1200">
                <a:solidFill>
                  <a:prstClr val="white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734444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10</Slides>
  <Notes>9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Office Theme</vt:lpstr>
      <vt:lpstr>PowerPoint Presentation</vt:lpstr>
      <vt:lpstr>A Reminder of Dollar Doodle</vt:lpstr>
      <vt:lpstr>PowerPoint Presentation</vt:lpstr>
      <vt:lpstr>Improvements</vt:lpstr>
      <vt:lpstr>New feature: Graphs!</vt:lpstr>
      <vt:lpstr>PowerPoint Presentation</vt:lpstr>
      <vt:lpstr>If additional time had  been available ... </vt:lpstr>
      <vt:lpstr>Lessons learned</vt:lpstr>
      <vt:lpstr>Conclusion</vt:lpstr>
      <vt:lpstr>Team Responsibilities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 Austin</dc:creator>
  <cp:revision>1</cp:revision>
  <dcterms:created xsi:type="dcterms:W3CDTF">2026-04-13T12:09:21Z</dcterms:created>
  <dcterms:modified xsi:type="dcterms:W3CDTF">2026-05-03T21:31:49Z</dcterms:modified>
</cp:coreProperties>
</file>