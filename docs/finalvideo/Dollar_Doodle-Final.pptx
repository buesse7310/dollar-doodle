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77" r:id="rId3"/>
    <p:sldId id="276" r:id="rId4"/>
    <p:sldId id="279" r:id="rId5"/>
    <p:sldId id="266" r:id="rId6"/>
    <p:sldId id="281" r:id="rId7"/>
    <p:sldId id="265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49DF2-8949-FC05-6544-F42B8FA7061F}" v="467" dt="2026-05-03T21:30:14.397"/>
    <p1510:client id="{12C9F4CB-9A4A-E8FF-F96A-80101165FE17}" v="58" dt="2026-05-03T17:37:05.506"/>
    <p1510:client id="{3DC44E0D-CB56-6361-CD98-3D2827AADF0B}" v="11" dt="2026-05-03T21:31:48.011"/>
    <p1510:client id="{4BFB7AA6-1BEC-F670-E039-D62BBCEB2AD4}" v="238" dt="2026-05-03T21:15:59.912"/>
    <p1510:client id="{C8C4F36B-2BC4-400D-48B0-BCF14939AE63}" v="451" dt="2026-05-03T05:54:55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d1de448-4e16-423d-8eda-400153b7ef04::" providerId="AD" clId="Web-{A3AB6606-8E37-8B92-026F-133045352B27}"/>
    <pc:docChg chg="addSld modSld">
      <pc:chgData name="Guest User" userId="S::urn:spo:tenantanon#7d1de448-4e16-423d-8eda-400153b7ef04::" providerId="AD" clId="Web-{A3AB6606-8E37-8B92-026F-133045352B27}" dt="2026-04-19T21:13:15.557" v="133"/>
      <pc:docMkLst>
        <pc:docMk/>
      </pc:docMkLst>
      <pc:sldChg chg="modSp modNotes">
        <pc:chgData name="Guest User" userId="S::urn:spo:tenantanon#7d1de448-4e16-423d-8eda-400153b7ef04::" providerId="AD" clId="Web-{A3AB6606-8E37-8B92-026F-133045352B27}" dt="2026-04-19T21:08:58.334" v="82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A3AB6606-8E37-8B92-026F-133045352B27}" dt="2026-04-19T20:54:27.994" v="4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53.367" v="111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A3AB6606-8E37-8B92-026F-133045352B27}" dt="2026-04-19T20:55:44.948" v="19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A3AB6606-8E37-8B92-026F-133045352B27}" dt="2026-04-19T20:55:41.417" v="18" actId="14100"/>
          <ac:spMkLst>
            <pc:docMk/>
            <pc:sldMk cId="3926623332" sldId="260"/>
            <ac:spMk id="3" creationId="{496E54AF-2FE5-54A5-F419-2C41FC5F7B4A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9:14.241" v="85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A3AB6606-8E37-8B92-026F-133045352B27}" dt="2026-04-19T21:09:36.960" v="107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A3AB6606-8E37-8B92-026F-133045352B27}" dt="2026-04-19T20:55:11.807" v="13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 modNotes">
        <pc:chgData name="Guest User" userId="S::urn:spo:tenantanon#7d1de448-4e16-423d-8eda-400153b7ef04::" providerId="AD" clId="Web-{A3AB6606-8E37-8B92-026F-133045352B27}" dt="2026-04-19T21:09:57.945" v="114"/>
        <pc:sldMkLst>
          <pc:docMk/>
          <pc:sldMk cId="1073444460" sldId="276"/>
        </pc:sldMkLst>
        <pc:spChg chg="mod">
          <ac:chgData name="Guest User" userId="S::urn:spo:tenantanon#7d1de448-4e16-423d-8eda-400153b7ef04::" providerId="AD" clId="Web-{A3AB6606-8E37-8B92-026F-133045352B27}" dt="2026-04-19T20:55:54.073" v="20" actId="107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Guest User" userId="S::urn:spo:tenantanon#7d1de448-4e16-423d-8eda-400153b7ef04::" providerId="AD" clId="Web-{A3AB6606-8E37-8B92-026F-133045352B27}" dt="2026-04-19T21:01:36.110" v="32" actId="20577"/>
          <ac:spMkLst>
            <pc:docMk/>
            <pc:sldMk cId="1073444460" sldId="276"/>
            <ac:spMk id="10" creationId="{6BF86F95-D9D8-1EBE-7C14-A6CB8E1449EE}"/>
          </ac:spMkLst>
        </pc:spChg>
        <pc:grpChg chg="mod">
          <ac:chgData name="Guest User" userId="S::urn:spo:tenantanon#7d1de448-4e16-423d-8eda-400153b7ef04::" providerId="AD" clId="Web-{A3AB6606-8E37-8B92-026F-133045352B27}" dt="2026-04-19T20:55:57.683" v="21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5.214" v="23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Guest User" userId="S::urn:spo:tenantanon#7d1de448-4e16-423d-8eda-400153b7ef04::" providerId="AD" clId="Web-{A3AB6606-8E37-8B92-026F-133045352B27}" dt="2026-04-19T20:56:01.245" v="22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modSp modNotes">
        <pc:chgData name="Guest User" userId="S::urn:spo:tenantanon#7d1de448-4e16-423d-8eda-400153b7ef04::" providerId="AD" clId="Web-{A3AB6606-8E37-8B92-026F-133045352B27}" dt="2026-04-19T21:06:53.987" v="39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A3AB6606-8E37-8B92-026F-133045352B27}" dt="2026-04-19T20:54:14.056" v="3" actId="1076"/>
          <ac:spMkLst>
            <pc:docMk/>
            <pc:sldMk cId="527625022" sldId="277"/>
            <ac:spMk id="44" creationId="{0D028D45-41D9-57B2-8E3D-B6BF28655691}"/>
          </ac:spMkLst>
        </pc:spChg>
      </pc:sldChg>
      <pc:sldChg chg="modSp modNotes">
        <pc:chgData name="Guest User" userId="S::urn:spo:tenantanon#7d1de448-4e16-423d-8eda-400153b7ef04::" providerId="AD" clId="Web-{A3AB6606-8E37-8B92-026F-133045352B27}" dt="2026-04-19T21:08:50.084" v="63"/>
        <pc:sldMkLst>
          <pc:docMk/>
          <pc:sldMk cId="1544583583" sldId="278"/>
        </pc:sldMkLst>
      </pc:sldChg>
      <pc:sldChg chg="modSp modNotes">
        <pc:chgData name="Guest User" userId="S::urn:spo:tenantanon#7d1de448-4e16-423d-8eda-400153b7ef04::" providerId="AD" clId="Web-{A3AB6606-8E37-8B92-026F-133045352B27}" dt="2026-04-19T21:06:43.674" v="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A3AB6606-8E37-8B92-026F-133045352B27}" dt="2026-04-19T20:54:03.571" v="2" actId="107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A3AB6606-8E37-8B92-026F-133045352B27}" dt="2026-04-19T20:53:57.181" v="1" actId="20577"/>
          <ac:spMkLst>
            <pc:docMk/>
            <pc:sldMk cId="3522322463" sldId="279"/>
            <ac:spMk id="3" creationId="{1DAB23E3-498C-D4FE-9B86-3273FD823A35}"/>
          </ac:spMkLst>
        </pc:spChg>
      </pc:sldChg>
    </pc:docChg>
  </pc:docChgLst>
  <pc:docChgLst>
    <pc:chgData name="Guest User" userId="S::urn:spo:tenantanon#7d1de448-4e16-423d-8eda-400153b7ef04::" providerId="AD" clId="Web-{CE504B13-03B9-BAC4-A477-0CE0A9BE9624}"/>
    <pc:docChg chg="addSld delSld modSld">
      <pc:chgData name="Guest User" userId="S::urn:spo:tenantanon#7d1de448-4e16-423d-8eda-400153b7ef04::" providerId="AD" clId="Web-{CE504B13-03B9-BAC4-A477-0CE0A9BE9624}" dt="2026-04-19T21:02:25.701" v="522"/>
      <pc:docMkLst>
        <pc:docMk/>
      </pc:docMkLst>
      <pc:sldChg chg="modSp">
        <pc:chgData name="Guest User" userId="S::urn:spo:tenantanon#7d1de448-4e16-423d-8eda-400153b7ef04::" providerId="AD" clId="Web-{CE504B13-03B9-BAC4-A477-0CE0A9BE9624}" dt="2026-04-19T20:31:03.704" v="23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E504B13-03B9-BAC4-A477-0CE0A9BE9624}" dt="2026-04-19T20:29:30.921" v="1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modClrScheme delDesignElem chgLayout">
        <pc:chgData name="Guest User" userId="S::urn:spo:tenantanon#7d1de448-4e16-423d-8eda-400153b7ef04::" providerId="AD" clId="Web-{CE504B13-03B9-BAC4-A477-0CE0A9BE9624}" dt="2026-04-19T20:45:35.084" v="510" actId="20577"/>
        <pc:sldMkLst>
          <pc:docMk/>
          <pc:sldMk cId="3926623332" sldId="260"/>
        </pc:sldMkLst>
        <pc:spChg chg="mod ord">
          <ac:chgData name="Guest User" userId="S::urn:spo:tenantanon#7d1de448-4e16-423d-8eda-400153b7ef04::" providerId="AD" clId="Web-{CE504B13-03B9-BAC4-A477-0CE0A9BE9624}" dt="2026-04-19T20:45:35.084" v="510" actId="20577"/>
          <ac:spMkLst>
            <pc:docMk/>
            <pc:sldMk cId="3926623332" sldId="260"/>
            <ac:spMk id="2" creationId="{84D74C2D-71CF-4986-4F5E-69F1F83924B5}"/>
          </ac:spMkLst>
        </pc:spChg>
        <pc:spChg chg="add mod ord">
          <ac:chgData name="Guest User" userId="S::urn:spo:tenantanon#7d1de448-4e16-423d-8eda-400153b7ef04::" providerId="AD" clId="Web-{CE504B13-03B9-BAC4-A477-0CE0A9BE9624}" dt="2026-04-19T20:45:27.599" v="508" actId="20577"/>
          <ac:spMkLst>
            <pc:docMk/>
            <pc:sldMk cId="3926623332" sldId="260"/>
            <ac:spMk id="3" creationId="{496E54AF-2FE5-54A5-F419-2C41FC5F7B4A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5" creationId="{EDDBB197-D710-4A4F-A9CA-FD2177498BE8}"/>
          </ac:spMkLst>
        </pc:spChg>
        <pc:spChg chg="add">
          <ac:chgData name="Guest User" userId="S::urn:spo:tenantanon#7d1de448-4e16-423d-8eda-400153b7ef04::" providerId="AD" clId="Web-{CE504B13-03B9-BAC4-A477-0CE0A9BE9624}" dt="2026-04-19T20:45:18.083" v="507"/>
          <ac:spMkLst>
            <pc:docMk/>
            <pc:sldMk cId="3926623332" sldId="260"/>
            <ac:spMk id="6" creationId="{975D1CFA-2CDB-4B64-BD9F-85744E8DA12F}"/>
          </ac:spMkLst>
        </pc:spChg>
        <pc:grpChg chg="add">
          <ac:chgData name="Guest User" userId="S::urn:spo:tenantanon#7d1de448-4e16-423d-8eda-400153b7ef04::" providerId="AD" clId="Web-{CE504B13-03B9-BAC4-A477-0CE0A9BE9624}" dt="2026-04-19T20:45:18.083" v="507"/>
          <ac:grpSpMkLst>
            <pc:docMk/>
            <pc:sldMk cId="3926623332" sldId="260"/>
            <ac:grpSpMk id="14" creationId="{25EE5136-01F1-466C-962D-BA9B4C6757AA}"/>
          </ac:grpSpMkLst>
        </pc:grpChg>
        <pc:picChg chg="add">
          <ac:chgData name="Guest User" userId="S::urn:spo:tenantanon#7d1de448-4e16-423d-8eda-400153b7ef04::" providerId="AD" clId="Web-{CE504B13-03B9-BAC4-A477-0CE0A9BE9624}" dt="2026-04-19T20:45:18.083" v="507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">
        <pc:chgData name="Guest User" userId="S::urn:spo:tenantanon#7d1de448-4e16-423d-8eda-400153b7ef04::" providerId="AD" clId="Web-{CE504B13-03B9-BAC4-A477-0CE0A9BE9624}" dt="2026-04-19T20:51:09.013" v="521" actId="20577"/>
        <pc:sldMkLst>
          <pc:docMk/>
          <pc:sldMk cId="652764339" sldId="266"/>
        </pc:sldMkLst>
        <pc:spChg chg="mod">
          <ac:chgData name="Guest User" userId="S::urn:spo:tenantanon#7d1de448-4e16-423d-8eda-400153b7ef04::" providerId="AD" clId="Web-{CE504B13-03B9-BAC4-A477-0CE0A9BE9624}" dt="2026-04-19T20:51:09.013" v="521" actId="20577"/>
          <ac:spMkLst>
            <pc:docMk/>
            <pc:sldMk cId="652764339" sldId="266"/>
            <ac:spMk id="2" creationId="{D16FF2B5-852A-EDD0-B073-AF428128E22C}"/>
          </ac:spMkLst>
        </pc:spChg>
      </pc:sldChg>
      <pc:sldChg chg="add replId">
        <pc:chgData name="Guest User" userId="S::urn:spo:tenantanon#7d1de448-4e16-423d-8eda-400153b7ef04::" providerId="AD" clId="Web-{CE504B13-03B9-BAC4-A477-0CE0A9BE9624}" dt="2026-04-19T20:29:07.405" v="14"/>
        <pc:sldMkLst>
          <pc:docMk/>
          <pc:sldMk cId="1544583583" sldId="278"/>
        </pc:sldMkLst>
      </pc:sldChg>
      <pc:sldChg chg="addSp delSp modSp new mod setBg">
        <pc:chgData name="Guest User" userId="S::urn:spo:tenantanon#7d1de448-4e16-423d-8eda-400153b7ef04::" providerId="AD" clId="Web-{CE504B13-03B9-BAC4-A477-0CE0A9BE9624}" dt="2026-04-19T20:37:14.711" v="236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" creationId="{E9A9670C-FC32-3137-6DED-159D6944CA2E}"/>
          </ac:spMkLst>
        </pc:spChg>
        <pc:spChg chg="mod">
          <ac:chgData name="Guest User" userId="S::urn:spo:tenantanon#7d1de448-4e16-423d-8eda-400153b7ef04::" providerId="AD" clId="Web-{CE504B13-03B9-BAC4-A477-0CE0A9BE9624}" dt="2026-04-19T20:36:52.305" v="235" actId="20577"/>
          <ac:spMkLst>
            <pc:docMk/>
            <pc:sldMk cId="3522322463" sldId="279"/>
            <ac:spMk id="3" creationId="{1DAB23E3-498C-D4FE-9B86-3273FD823A35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3" creationId="{53CF6D67-C5A8-4ADD-9E8E-1E38CA1D3166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5" creationId="{86909FA0-B515-4681-B7A8-FA281D133B94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27" creationId="{21C9FE86-FCC3-4A31-AA1C-C882262B7FE7}"/>
          </ac:spMkLst>
        </pc:spChg>
        <pc:spChg chg="add">
          <ac:chgData name="Guest User" userId="S::urn:spo:tenantanon#7d1de448-4e16-423d-8eda-400153b7ef04::" providerId="AD" clId="Web-{CE504B13-03B9-BAC4-A477-0CE0A9BE9624}" dt="2026-04-19T20:37:14.711" v="236"/>
          <ac:spMkLst>
            <pc:docMk/>
            <pc:sldMk cId="3522322463" sldId="279"/>
            <ac:spMk id="31" creationId="{A09989E4-EFDC-4A90-A633-E0525FB4139E}"/>
          </ac:spMkLst>
        </pc:spChg>
      </pc:sldChg>
    </pc:docChg>
  </pc:docChgLst>
  <pc:docChgLst>
    <pc:chgData name="Daniel Austin" userId="4cc50ab0-1a34-4b5d-a616-be45af80ebe2" providerId="ADAL" clId="{6EC0F13D-5358-5C02-94B4-0BF751DC74DC}"/>
    <pc:docChg chg="undo custSel addSld delSld modSld sldOrd modMainMaster">
      <pc:chgData name="Daniel Austin" userId="4cc50ab0-1a34-4b5d-a616-be45af80ebe2" providerId="ADAL" clId="{6EC0F13D-5358-5C02-94B4-0BF751DC74DC}" dt="2026-04-20T13:21:52.360" v="235" actId="2696"/>
      <pc:docMkLst>
        <pc:docMk/>
      </pc:docMkLst>
      <pc:sldChg chg="addSp delSp modSp mod setBg addAnim delAnim delDesignElem">
        <pc:chgData name="Daniel Austin" userId="4cc50ab0-1a34-4b5d-a616-be45af80ebe2" providerId="ADAL" clId="{6EC0F13D-5358-5C02-94B4-0BF751DC74DC}" dt="2026-04-19T01:30:59.733" v="60"/>
        <pc:sldMkLst>
          <pc:docMk/>
          <pc:sldMk cId="663117724" sldId="256"/>
        </pc:sldMkLst>
        <pc:spChg chg="mod">
          <ac:chgData name="Daniel Austin" userId="4cc50ab0-1a34-4b5d-a616-be45af80ebe2" providerId="ADAL" clId="{6EC0F13D-5358-5C02-94B4-0BF751DC74DC}" dt="2026-04-19T01:24:40.461" v="37" actId="1076"/>
          <ac:spMkLst>
            <pc:docMk/>
            <pc:sldMk cId="663117724" sldId="256"/>
            <ac:spMk id="3" creationId="{8BC44E65-3415-A50B-1AB1-00A12C010140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6" creationId="{A8DB9CD9-59B1-4D73-BC4C-98796A48EF9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63117724" sldId="256"/>
            <ac:spMk id="37" creationId="{8874A6A9-41FF-4E33-AFA8-F9F81436A59E}"/>
          </ac:spMkLst>
        </pc:spChg>
        <pc:grpChg chg="add del">
          <ac:chgData name="Daniel Austin" userId="4cc50ab0-1a34-4b5d-a616-be45af80ebe2" providerId="ADAL" clId="{6EC0F13D-5358-5C02-94B4-0BF751DC74DC}" dt="2026-04-19T01:26:53.142" v="56"/>
          <ac:grpSpMkLst>
            <pc:docMk/>
            <pc:sldMk cId="663117724" sldId="256"/>
            <ac:grpSpMk id="38" creationId="{721D730E-1F97-4071-B143-B05E6D2599BC}"/>
          </ac:grpSpMkLst>
        </pc:grpChg>
        <pc:picChg chg="add mod">
          <ac:chgData name="Daniel Austin" userId="4cc50ab0-1a34-4b5d-a616-be45af80ebe2" providerId="ADAL" clId="{6EC0F13D-5358-5C02-94B4-0BF751DC74DC}" dt="2026-04-19T01:24:53.047" v="39" actId="1076"/>
          <ac:picMkLst>
            <pc:docMk/>
            <pc:sldMk cId="663117724" sldId="256"/>
            <ac:picMk id="46" creationId="{872C4B6A-5EF4-0284-5078-F87B2D39F697}"/>
          </ac:picMkLst>
        </pc:pic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1840543093" sldId="258"/>
        </pc:sldMkLst>
        <pc:spChg chg="mod">
          <ac:chgData name="Daniel Austin" userId="4cc50ab0-1a34-4b5d-a616-be45af80ebe2" providerId="ADAL" clId="{6EC0F13D-5358-5C02-94B4-0BF751DC74DC}" dt="2026-04-19T01:21:41.090" v="23" actId="26606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3926623332" sldId="260"/>
        </pc:sldMkLst>
        <pc:spChg chg="mod">
          <ac:chgData name="Daniel Austin" userId="4cc50ab0-1a34-4b5d-a616-be45af80ebe2" providerId="ADAL" clId="{6EC0F13D-5358-5C02-94B4-0BF751DC74DC}" dt="2026-04-19T01:23:05.870" v="26" actId="26606"/>
          <ac:spMkLst>
            <pc:docMk/>
            <pc:sldMk cId="3926623332" sldId="260"/>
            <ac:spMk id="2" creationId="{84D74C2D-71CF-4986-4F5E-69F1F83924B5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232652106" sldId="265"/>
        </pc:sldMkLst>
        <pc:spChg chg="mod">
          <ac:chgData name="Daniel Austin" userId="4cc50ab0-1a34-4b5d-a616-be45af80ebe2" providerId="ADAL" clId="{6EC0F13D-5358-5C02-94B4-0BF751DC74DC}" dt="2026-04-19T01:21:55.911" v="24" actId="26606"/>
          <ac:spMkLst>
            <pc:docMk/>
            <pc:sldMk cId="232652106" sldId="265"/>
            <ac:spMk id="2" creationId="{B2958BA3-F5E3-BE07-FD03-20E8CBA512A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9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0" creationId="{91E5A9A7-95C6-4F4F-B00E-C82E07FE62EF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3" creationId="{D07DD2DE-F619-49DD-B5E7-03A290FF4ED1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5" creationId="{85149191-5F60-4A28-AAFF-039F96B0F3E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232652106" sldId="265"/>
            <ac:spMk id="17" creationId="{F8260ED5-17F7-4158-B241-D51DD4CF1B7E}"/>
          </ac:spMkLst>
        </pc:spChg>
      </pc:sldChg>
      <pc:sldChg chg="addSp delSp modSp mod setBg delDesignElem">
        <pc:chgData name="Daniel Austin" userId="4cc50ab0-1a34-4b5d-a616-be45af80ebe2" providerId="ADAL" clId="{6EC0F13D-5358-5C02-94B4-0BF751DC74DC}" dt="2026-04-19T01:30:59.733" v="60"/>
        <pc:sldMkLst>
          <pc:docMk/>
          <pc:sldMk cId="652764339" sldId="266"/>
        </pc:sldMkLst>
        <pc:spChg chg="mod">
          <ac:chgData name="Daniel Austin" userId="4cc50ab0-1a34-4b5d-a616-be45af80ebe2" providerId="ADAL" clId="{6EC0F13D-5358-5C02-94B4-0BF751DC74DC}" dt="2026-04-19T01:22:17.435" v="25" actId="26606"/>
          <ac:spMkLst>
            <pc:docMk/>
            <pc:sldMk cId="652764339" sldId="266"/>
            <ac:spMk id="2" creationId="{D16FF2B5-852A-EDD0-B073-AF428128E22C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7" creationId="{A8384FB5-9ADC-4DDC-881B-597D56F5B15D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8" creationId="{1199E1B1-A8C0-4FE8-A5A8-1CB41D69F857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9" creationId="{84A8DE83-DE75-4B41-9DB4-A7EC0B0DEC0B}"/>
          </ac:spMkLst>
        </pc:spChg>
        <pc:spChg chg="add del">
          <ac:chgData name="Daniel Austin" userId="4cc50ab0-1a34-4b5d-a616-be45af80ebe2" providerId="ADAL" clId="{6EC0F13D-5358-5C02-94B4-0BF751DC74DC}" dt="2026-04-19T01:26:53.142" v="56"/>
          <ac:spMkLst>
            <pc:docMk/>
            <pc:sldMk cId="652764339" sldId="266"/>
            <ac:spMk id="11" creationId="{A7009A0A-BEF5-4EAC-AF15-E4F9F002E239}"/>
          </ac:spMkLst>
        </pc:spChg>
        <pc:graphicFrameChg chg="mod ord">
          <ac:chgData name="Daniel Austin" userId="4cc50ab0-1a34-4b5d-a616-be45af80ebe2" providerId="ADAL" clId="{6EC0F13D-5358-5C02-94B4-0BF751DC74DC}" dt="2026-04-19T01:22:17.435" v="25" actId="26606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addSp modSp add mod setBg">
        <pc:chgData name="Daniel Austin" userId="4cc50ab0-1a34-4b5d-a616-be45af80ebe2" providerId="ADAL" clId="{6EC0F13D-5358-5C02-94B4-0BF751DC74DC}" dt="2026-04-19T01:33:08.339" v="72" actId="1076"/>
        <pc:sldMkLst>
          <pc:docMk/>
          <pc:sldMk cId="1073444460" sldId="276"/>
        </pc:sldMkLst>
        <pc:spChg chg="mo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" creationId="{8DECFCFD-958D-5EB7-4D6B-24F4E5D2BBAB}"/>
          </ac:spMkLst>
        </pc:spChg>
        <pc:spChg chg="mod">
          <ac:chgData name="Daniel Austin" userId="4cc50ab0-1a34-4b5d-a616-be45af80ebe2" providerId="ADAL" clId="{6EC0F13D-5358-5C02-94B4-0BF751DC74DC}" dt="2026-04-19T01:28:35.284" v="57" actId="207"/>
          <ac:spMkLst>
            <pc:docMk/>
            <pc:sldMk cId="1073444460" sldId="276"/>
            <ac:spMk id="12" creationId="{C85338D7-8472-81F1-F35A-8C0D41FBF8FE}"/>
          </ac:spMkLst>
        </pc:spChg>
        <pc:spChg chg="mod or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3" creationId="{E7ED3EB9-872A-1FFC-3B58-A6B736C98A20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18" creationId="{EDC07B27-4E3C-4BCF-ABDB-6AA72857C05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0" creationId="{83D11BE6-2A04-4DBB-842D-88602B5EC728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2" creationId="{2A05E02A-9AA9-45EC-B87B-B46F043F3F97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4" creationId="{0E91EDBA-E8E0-4575-8147-B700345215CE}"/>
          </ac:spMkLst>
        </pc:spChg>
        <pc:spChg chg="add">
          <ac:chgData name="Daniel Austin" userId="4cc50ab0-1a34-4b5d-a616-be45af80ebe2" providerId="ADAL" clId="{6EC0F13D-5358-5C02-94B4-0BF751DC74DC}" dt="2026-04-19T01:28:57.654" v="58" actId="26606"/>
          <ac:spMkLst>
            <pc:docMk/>
            <pc:sldMk cId="1073444460" sldId="276"/>
            <ac:spMk id="26" creationId="{DFEE4473-A122-4E96-8C31-B4C5AAA274FD}"/>
          </ac:spMkLst>
        </pc:spChg>
        <pc:grpChg chg="mod">
          <ac:chgData name="Daniel Austin" userId="4cc50ab0-1a34-4b5d-a616-be45af80ebe2" providerId="ADAL" clId="{6EC0F13D-5358-5C02-94B4-0BF751DC74DC}" dt="2026-04-19T01:32:43.304" v="70" actId="1076"/>
          <ac:grpSpMkLst>
            <pc:docMk/>
            <pc:sldMk cId="1073444460" sldId="276"/>
            <ac:grpSpMk id="4" creationId="{29D0D190-26FA-B607-612A-3AFDA829AC26}"/>
          </ac:grpSpMkLst>
        </pc:grpChg>
        <pc:grpChg chg="mod">
          <ac:chgData name="Daniel Austin" userId="4cc50ab0-1a34-4b5d-a616-be45af80ebe2" providerId="ADAL" clId="{6EC0F13D-5358-5C02-94B4-0BF751DC74DC}" dt="2026-04-19T01:33:08.339" v="72" actId="1076"/>
          <ac:grpSpMkLst>
            <pc:docMk/>
            <pc:sldMk cId="1073444460" sldId="276"/>
            <ac:grpSpMk id="5" creationId="{7200C015-36CA-478B-E33F-5E8076958465}"/>
          </ac:grpSpMkLst>
        </pc:grpChg>
        <pc:grpChg chg="mod">
          <ac:chgData name="Daniel Austin" userId="4cc50ab0-1a34-4b5d-a616-be45af80ebe2" providerId="ADAL" clId="{6EC0F13D-5358-5C02-94B4-0BF751DC74DC}" dt="2026-04-19T01:32:56.725" v="71" actId="1076"/>
          <ac:grpSpMkLst>
            <pc:docMk/>
            <pc:sldMk cId="1073444460" sldId="276"/>
            <ac:grpSpMk id="6" creationId="{E8B2BCC7-492A-2F5D-3F0C-3A41962A8E27}"/>
          </ac:grpSpMkLst>
        </pc:grpChg>
      </pc:sldChg>
      <pc:sldChg chg="addSp delSp modSp add mod delAnim">
        <pc:chgData name="Daniel Austin" userId="4cc50ab0-1a34-4b5d-a616-be45af80ebe2" providerId="ADAL" clId="{6EC0F13D-5358-5C02-94B4-0BF751DC74DC}" dt="2026-04-19T01:32:01.173" v="67" actId="120"/>
        <pc:sldMkLst>
          <pc:docMk/>
          <pc:sldMk cId="527625022" sldId="277"/>
        </pc:sldMkLst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9" creationId="{E0268F36-2D21-3123-2F51-C769C9CCE6C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1" creationId="{6FE648A2-BFBF-1F6D-C577-9F6EC9FC346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4" creationId="{B4AF1218-FB42-C644-F51B-1AFFCF51C873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29" creationId="{07825BF3-EE5E-AB52-22DF-69EE296FE926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0" creationId="{2022F8AE-3DFC-23EF-540B-697142D50D8A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1" creationId="{E32806D1-E06B-8AD0-D71F-CB274734549E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3" creationId="{1AA8097C-D26A-B6D1-6CF6-43B893F9E785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4" creationId="{0F07B784-EAD9-7A89-D62D-D78024A5A8F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36" creationId="{EE2F1B06-84E1-4C22-7BC9-188585D11754}"/>
          </ac:spMkLst>
        </pc:spChg>
        <pc:spChg chg="add mod">
          <ac:chgData name="Daniel Austin" userId="4cc50ab0-1a34-4b5d-a616-be45af80ebe2" providerId="ADAL" clId="{6EC0F13D-5358-5C02-94B4-0BF751DC74DC}" dt="2026-04-19T01:31:38.383" v="65"/>
          <ac:spMkLst>
            <pc:docMk/>
            <pc:sldMk cId="527625022" sldId="277"/>
            <ac:spMk id="42" creationId="{934B397F-1B29-E265-B89F-9B7B090E050B}"/>
          </ac:spMkLst>
        </pc:spChg>
        <pc:spChg chg="add mod">
          <ac:chgData name="Daniel Austin" userId="4cc50ab0-1a34-4b5d-a616-be45af80ebe2" providerId="ADAL" clId="{6EC0F13D-5358-5C02-94B4-0BF751DC74DC}" dt="2026-04-19T01:32:01.173" v="67" actId="120"/>
          <ac:spMkLst>
            <pc:docMk/>
            <pc:sldMk cId="527625022" sldId="277"/>
            <ac:spMk id="44" creationId="{0D028D45-41D9-57B2-8E3D-B6BF28655691}"/>
          </ac:spMkLst>
        </pc:spChg>
      </pc:sldChg>
      <pc:sldMasterChg chg="setBg">
        <pc:chgData name="Daniel Austin" userId="4cc50ab0-1a34-4b5d-a616-be45af80ebe2" providerId="ADAL" clId="{6EC0F13D-5358-5C02-94B4-0BF751DC74DC}" dt="2026-04-19T01:30:59.733" v="60"/>
        <pc:sldMasterMkLst>
          <pc:docMk/>
          <pc:sldMasterMk cId="2684319209" sldId="2147483672"/>
        </pc:sldMasterMkLst>
      </pc:sldMasterChg>
    </pc:docChg>
  </pc:docChgLst>
  <pc:docChgLst>
    <pc:chgData name="Guest User" userId="S::urn:spo:tenantanon#7d1de448-4e16-423d-8eda-400153b7ef04::" providerId="AD" clId="Web-{CC55A58F-76E1-3FEC-B03D-FD297C647E12}"/>
    <pc:docChg chg="addSld delSld modSld">
      <pc:chgData name="Guest User" userId="S::urn:spo:tenantanon#7d1de448-4e16-423d-8eda-400153b7ef04::" providerId="AD" clId="Web-{CC55A58F-76E1-3FEC-B03D-FD297C647E12}" dt="2026-04-18T21:59:02.691" v="18" actId="1076"/>
      <pc:docMkLst>
        <pc:docMk/>
      </pc:docMkLst>
      <pc:sldChg chg="addSp modSp">
        <pc:chgData name="Guest User" userId="S::urn:spo:tenantanon#7d1de448-4e16-423d-8eda-400153b7ef04::" providerId="AD" clId="Web-{CC55A58F-76E1-3FEC-B03D-FD297C647E12}" dt="2026-04-18T21:59:02.691" v="18" actId="1076"/>
        <pc:sldMkLst>
          <pc:docMk/>
          <pc:sldMk cId="652764339" sldId="266"/>
        </pc:sldMkLst>
        <pc:spChg chg="add mod">
          <ac:chgData name="Guest User" userId="S::urn:spo:tenantanon#7d1de448-4e16-423d-8eda-400153b7ef04::" providerId="AD" clId="Web-{CC55A58F-76E1-3FEC-B03D-FD297C647E12}" dt="2026-04-18T21:59:02.691" v="18" actId="1076"/>
          <ac:spMkLst>
            <pc:docMk/>
            <pc:sldMk cId="652764339" sldId="266"/>
            <ac:spMk id="2" creationId="{D16FF2B5-852A-EDD0-B073-AF428128E22C}"/>
          </ac:spMkLst>
        </pc:spChg>
      </pc:sldChg>
    </pc:docChg>
  </pc:docChgLst>
  <pc:docChgLst>
    <pc:chgData name="Guest User" userId="S::urn:spo:tenantanon#7d1de448-4e16-423d-8eda-400153b7ef04::" providerId="AD" clId="Web-{12B49DF2-8949-FC05-6544-F42B8FA7061F}"/>
    <pc:docChg chg="addSld modSld">
      <pc:chgData name="Guest User" userId="S::urn:spo:tenantanon#7d1de448-4e16-423d-8eda-400153b7ef04::" providerId="AD" clId="Web-{12B49DF2-8949-FC05-6544-F42B8FA7061F}" dt="2026-05-03T21:31:09.506" v="471"/>
      <pc:docMkLst>
        <pc:docMk/>
      </pc:docMkLst>
      <pc:sldChg chg="modSp">
        <pc:chgData name="Guest User" userId="S::urn:spo:tenantanon#7d1de448-4e16-423d-8eda-400153b7ef04::" providerId="AD" clId="Web-{12B49DF2-8949-FC05-6544-F42B8FA7061F}" dt="2026-05-03T21:19:21.696" v="270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12B49DF2-8949-FC05-6544-F42B8FA7061F}" dt="2026-05-03T21:19:21.696" v="270" actId="20577"/>
          <ac:spMkLst>
            <pc:docMk/>
            <pc:sldMk cId="1840543093" sldId="258"/>
            <ac:spMk id="5" creationId="{EB21D8C8-8285-C4F3-DC36-7CD06DCDD47C}"/>
          </ac:spMkLst>
        </pc:spChg>
      </pc:sldChg>
      <pc:sldChg chg="delSp modSp">
        <pc:chgData name="Guest User" userId="S::urn:spo:tenantanon#7d1de448-4e16-423d-8eda-400153b7ef04::" providerId="AD" clId="Web-{12B49DF2-8949-FC05-6544-F42B8FA7061F}" dt="2026-05-03T21:28:55.491" v="463" actId="14100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12B49DF2-8949-FC05-6544-F42B8FA7061F}" dt="2026-05-03T21:28:43.303" v="462" actId="1076"/>
          <ac:spMkLst>
            <pc:docMk/>
            <pc:sldMk cId="3926623332" sldId="260"/>
            <ac:spMk id="2" creationId="{84D74C2D-71CF-4986-4F5E-69F1F83924B5}"/>
          </ac:spMkLst>
        </pc:spChg>
        <pc:spChg chg="mod">
          <ac:chgData name="Guest User" userId="S::urn:spo:tenantanon#7d1de448-4e16-423d-8eda-400153b7ef04::" providerId="AD" clId="Web-{12B49DF2-8949-FC05-6544-F42B8FA7061F}" dt="2026-05-03T21:28:55.491" v="463" actId="14100"/>
          <ac:spMkLst>
            <pc:docMk/>
            <pc:sldMk cId="3926623332" sldId="260"/>
            <ac:spMk id="3" creationId="{496E54AF-2FE5-54A5-F419-2C41FC5F7B4A}"/>
          </ac:spMkLst>
        </pc:spChg>
        <pc:picChg chg="del">
          <ac:chgData name="Guest User" userId="S::urn:spo:tenantanon#7d1de448-4e16-423d-8eda-400153b7ef04::" providerId="AD" clId="Web-{12B49DF2-8949-FC05-6544-F42B8FA7061F}" dt="2026-05-03T21:26:54.304" v="444"/>
          <ac:picMkLst>
            <pc:docMk/>
            <pc:sldMk cId="3926623332" sldId="260"/>
            <ac:picMk id="7" creationId="{70155E33-2567-B3E9-6D21-39D80675832C}"/>
          </ac:picMkLst>
        </pc:picChg>
      </pc:sldChg>
      <pc:sldChg chg="modSp modNotes">
        <pc:chgData name="Guest User" userId="S::urn:spo:tenantanon#7d1de448-4e16-423d-8eda-400153b7ef04::" providerId="AD" clId="Web-{12B49DF2-8949-FC05-6544-F42B8FA7061F}" dt="2026-05-03T21:30:18.631" v="46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12B49DF2-8949-FC05-6544-F42B8FA7061F}" dt="2026-05-03T21:23:09.429" v="387" actId="20577"/>
          <ac:spMkLst>
            <pc:docMk/>
            <pc:sldMk cId="232652106" sldId="265"/>
            <ac:spMk id="2" creationId="{B2958BA3-F5E3-BE07-FD03-20E8CBA512AF}"/>
          </ac:spMkLst>
        </pc:spChg>
        <pc:spChg chg="mod">
          <ac:chgData name="Guest User" userId="S::urn:spo:tenantanon#7d1de448-4e16-423d-8eda-400153b7ef04::" providerId="AD" clId="Web-{12B49DF2-8949-FC05-6544-F42B8FA7061F}" dt="2026-05-03T21:23:50.867" v="402" actId="20577"/>
          <ac:spMkLst>
            <pc:docMk/>
            <pc:sldMk cId="232652106" sldId="265"/>
            <ac:spMk id="4" creationId="{2943EFDA-8AC3-4EF4-F3D5-7B06BDA6A3DD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2:04.726" v="372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B49DF2-8949-FC05-6544-F42B8FA7061F}" dt="2026-05-03T21:22:04.726" v="37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B49DF2-8949-FC05-6544-F42B8FA7061F}" dt="2026-05-03T21:15:52.009" v="10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B49DF2-8949-FC05-6544-F42B8FA7061F}" dt="2026-05-03T21:15:52.009" v="102" actId="20577"/>
          <ac:spMkLst>
            <pc:docMk/>
            <pc:sldMk cId="527625022" sldId="277"/>
            <ac:spMk id="35" creationId="{44E296E5-7F6B-6F3E-E478-230815830DAF}"/>
          </ac:spMkLst>
        </pc:spChg>
      </pc:sldChg>
      <pc:sldChg chg="modSp">
        <pc:chgData name="Guest User" userId="S::urn:spo:tenantanon#7d1de448-4e16-423d-8eda-400153b7ef04::" providerId="AD" clId="Web-{12B49DF2-8949-FC05-6544-F42B8FA7061F}" dt="2026-05-03T21:21:28.758" v="322" actId="20577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B49DF2-8949-FC05-6544-F42B8FA7061F}" dt="2026-05-03T21:21:28.758" v="322" actId="20577"/>
          <ac:spMkLst>
            <pc:docMk/>
            <pc:sldMk cId="1544583583" sldId="278"/>
            <ac:spMk id="2" creationId="{59F52239-473C-4603-246A-AF97D17F4716}"/>
          </ac:spMkLst>
        </pc:spChg>
        <pc:spChg chg="mod">
          <ac:chgData name="Guest User" userId="S::urn:spo:tenantanon#7d1de448-4e16-423d-8eda-400153b7ef04::" providerId="AD" clId="Web-{12B49DF2-8949-FC05-6544-F42B8FA7061F}" dt="2026-05-03T21:20:41.602" v="315" actId="1076"/>
          <ac:spMkLst>
            <pc:docMk/>
            <pc:sldMk cId="1544583583" sldId="278"/>
            <ac:spMk id="5" creationId="{8520E567-2657-EC27-C696-05D5FBE2F982}"/>
          </ac:spMkLst>
        </pc:spChg>
        <pc:picChg chg="mod">
          <ac:chgData name="Guest User" userId="S::urn:spo:tenantanon#7d1de448-4e16-423d-8eda-400153b7ef04::" providerId="AD" clId="Web-{12B49DF2-8949-FC05-6544-F42B8FA7061F}" dt="2026-05-03T21:20:25.274" v="312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modSp">
        <pc:chgData name="Guest User" userId="S::urn:spo:tenantanon#7d1de448-4e16-423d-8eda-400153b7ef04::" providerId="AD" clId="Web-{12B49DF2-8949-FC05-6544-F42B8FA7061F}" dt="2026-05-03T21:14:33.244" v="48" actId="20577"/>
        <pc:sldMkLst>
          <pc:docMk/>
          <pc:sldMk cId="3522322463" sldId="279"/>
        </pc:sldMkLst>
        <pc:spChg chg="mod">
          <ac:chgData name="Guest User" userId="S::urn:spo:tenantanon#7d1de448-4e16-423d-8eda-400153b7ef04::" providerId="AD" clId="Web-{12B49DF2-8949-FC05-6544-F42B8FA7061F}" dt="2026-05-03T21:14:33.244" v="48" actId="20577"/>
          <ac:spMkLst>
            <pc:docMk/>
            <pc:sldMk cId="3522322463" sldId="279"/>
            <ac:spMk id="3" creationId="{1DAB23E3-498C-D4FE-9B86-3273FD823A35}"/>
          </ac:spMkLst>
        </pc:spChg>
      </pc:sldChg>
      <pc:sldChg chg="modSp new">
        <pc:chgData name="Guest User" userId="S::urn:spo:tenantanon#7d1de448-4e16-423d-8eda-400153b7ef04::" providerId="AD" clId="Web-{12B49DF2-8949-FC05-6544-F42B8FA7061F}" dt="2026-05-03T21:11:32.760" v="36" actId="20577"/>
        <pc:sldMkLst>
          <pc:docMk/>
          <pc:sldMk cId="769930310" sldId="280"/>
        </pc:sldMkLst>
        <pc:spChg chg="mod">
          <ac:chgData name="Guest User" userId="S::urn:spo:tenantanon#7d1de448-4e16-423d-8eda-400153b7ef04::" providerId="AD" clId="Web-{12B49DF2-8949-FC05-6544-F42B8FA7061F}" dt="2026-05-03T21:11:27.119" v="29" actId="20577"/>
          <ac:spMkLst>
            <pc:docMk/>
            <pc:sldMk cId="769930310" sldId="280"/>
            <ac:spMk id="2" creationId="{E0D7B2BA-6F00-B1A5-BA35-82E3C5F6C49C}"/>
          </ac:spMkLst>
        </pc:spChg>
        <pc:spChg chg="mod">
          <ac:chgData name="Guest User" userId="S::urn:spo:tenantanon#7d1de448-4e16-423d-8eda-400153b7ef04::" providerId="AD" clId="Web-{12B49DF2-8949-FC05-6544-F42B8FA7061F}" dt="2026-05-03T21:11:32.760" v="36" actId="20577"/>
          <ac:spMkLst>
            <pc:docMk/>
            <pc:sldMk cId="769930310" sldId="280"/>
            <ac:spMk id="3" creationId="{74CA4928-4996-26E1-E2B0-19C820050A7E}"/>
          </ac:spMkLst>
        </pc:spChg>
      </pc:sldChg>
      <pc:sldChg chg="modSp modNotes">
        <pc:chgData name="Guest User" userId="S::urn:spo:tenantanon#7d1de448-4e16-423d-8eda-400153b7ef04::" providerId="AD" clId="Web-{12B49DF2-8949-FC05-6544-F42B8FA7061F}" dt="2026-05-03T21:31:09.506" v="471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12B49DF2-8949-FC05-6544-F42B8FA7061F}" dt="2026-05-03T21:25:45.679" v="433" actId="1076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12B49DF2-8949-FC05-6544-F42B8FA7061F}" dt="2026-05-03T21:26:20.288" v="442" actId="20577"/>
          <ac:spMkLst>
            <pc:docMk/>
            <pc:sldMk cId="2364213921" sldId="281"/>
            <ac:spMk id="3" creationId="{564BD65A-8469-E0CF-7D54-F38ABADF618D}"/>
          </ac:spMkLst>
        </pc:spChg>
        <pc:picChg chg="mod">
          <ac:chgData name="Guest User" userId="S::urn:spo:tenantanon#7d1de448-4e16-423d-8eda-400153b7ef04::" providerId="AD" clId="Web-{12B49DF2-8949-FC05-6544-F42B8FA7061F}" dt="2026-05-03T21:25:49.976" v="434" actId="1076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  <pc:docChgLst>
    <pc:chgData name="Guest User" userId="S::urn:spo:tenantanon#7d1de448-4e16-423d-8eda-400153b7ef04::" providerId="AD" clId="Web-{12C9F4CB-9A4A-E8FF-F96A-80101165FE17}"/>
    <pc:docChg chg="delSld modSld sldOrd">
      <pc:chgData name="Guest User" userId="S::urn:spo:tenantanon#7d1de448-4e16-423d-8eda-400153b7ef04::" providerId="AD" clId="Web-{12C9F4CB-9A4A-E8FF-F96A-80101165FE17}" dt="2026-05-03T17:37:05.506" v="81" actId="20577"/>
      <pc:docMkLst>
        <pc:docMk/>
      </pc:docMkLst>
      <pc:sldChg chg="modNotes">
        <pc:chgData name="Guest User" userId="S::urn:spo:tenantanon#7d1de448-4e16-423d-8eda-400153b7ef04::" providerId="AD" clId="Web-{12C9F4CB-9A4A-E8FF-F96A-80101165FE17}" dt="2026-05-03T17:28:59.373" v="10"/>
        <pc:sldMkLst>
          <pc:docMk/>
          <pc:sldMk cId="1840543093" sldId="258"/>
        </pc:sldMkLst>
      </pc:sldChg>
      <pc:sldChg chg="ord modNotes">
        <pc:chgData name="Guest User" userId="S::urn:spo:tenantanon#7d1de448-4e16-423d-8eda-400153b7ef04::" providerId="AD" clId="Web-{12C9F4CB-9A4A-E8FF-F96A-80101165FE17}" dt="2026-05-03T17:35:35.303" v="46"/>
        <pc:sldMkLst>
          <pc:docMk/>
          <pc:sldMk cId="232652106" sldId="265"/>
        </pc:sldMkLst>
      </pc:sldChg>
      <pc:sldChg chg="modSp modNotes">
        <pc:chgData name="Guest User" userId="S::urn:spo:tenantanon#7d1de448-4e16-423d-8eda-400153b7ef04::" providerId="AD" clId="Web-{12C9F4CB-9A4A-E8FF-F96A-80101165FE17}" dt="2026-05-03T17:34:20.865" v="45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12C9F4CB-9A4A-E8FF-F96A-80101165FE17}" dt="2026-05-03T17:34:20.865" v="45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12C9F4CB-9A4A-E8FF-F96A-80101165FE17}" dt="2026-05-03T17:37:05.506" v="81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12C9F4CB-9A4A-E8FF-F96A-80101165FE17}" dt="2026-05-03T17:37:05.506" v="81" actId="20577"/>
          <ac:spMkLst>
            <pc:docMk/>
            <pc:sldMk cId="527625022" sldId="277"/>
            <ac:spMk id="35" creationId="{44E296E5-7F6B-6F3E-E478-230815830DAF}"/>
          </ac:spMkLst>
        </pc:spChg>
        <pc:spChg chg="mod">
          <ac:chgData name="Guest User" userId="S::urn:spo:tenantanon#7d1de448-4e16-423d-8eda-400153b7ef04::" providerId="AD" clId="Web-{12C9F4CB-9A4A-E8FF-F96A-80101165FE17}" dt="2026-05-03T17:36:59.959" v="71" actId="20577"/>
          <ac:spMkLst>
            <pc:docMk/>
            <pc:sldMk cId="527625022" sldId="277"/>
            <ac:spMk id="39" creationId="{A72FC4C7-C4C2-963C-CB96-0FD2875C0D87}"/>
          </ac:spMkLst>
        </pc:spChg>
      </pc:sldChg>
      <pc:sldChg chg="addSp delSp modSp modNotes">
        <pc:chgData name="Guest User" userId="S::urn:spo:tenantanon#7d1de448-4e16-423d-8eda-400153b7ef04::" providerId="AD" clId="Web-{12C9F4CB-9A4A-E8FF-F96A-80101165FE17}" dt="2026-05-03T17:33:29.077" v="41" actId="1076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2" creationId="{59F52239-473C-4603-246A-AF97D17F4716}"/>
          </ac:spMkLst>
        </pc:spChg>
        <pc:spChg chg="del">
          <ac:chgData name="Guest User" userId="S::urn:spo:tenantanon#7d1de448-4e16-423d-8eda-400153b7ef04::" providerId="AD" clId="Web-{12C9F4CB-9A4A-E8FF-F96A-80101165FE17}" dt="2026-05-03T17:30:27.780" v="19"/>
          <ac:spMkLst>
            <pc:docMk/>
            <pc:sldMk cId="1544583583" sldId="278"/>
            <ac:spMk id="3" creationId="{54A738C4-FBF6-B4B8-473D-0E0C408CD374}"/>
          </ac:spMkLst>
        </pc:spChg>
        <pc:spChg chg="mod ord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0" creationId="{12609869-9E80-471B-A487-A53288E0E791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1" creationId="{7004738A-9D34-43E8-97D2-CA0EED4F8BE0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2" creationId="{B8B8D07F-F13E-443E-BA68-2D26672D76B9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3" creationId="{2813A4FA-24A5-41ED-A534-3807D1B2F344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4"/>
          <ac:spMkLst>
            <pc:docMk/>
            <pc:sldMk cId="1544583583" sldId="278"/>
            <ac:spMk id="44" creationId="{C3944F27-CA70-4E84-A51A-E6BF89558979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49" creationId="{DBC6133C-0615-4CE4-9132-37E609A9BDFA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1" creationId="{169CC832-2974-4E8D-90ED-3E2941BA7336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3" creationId="{55222F96-971A-4F90-B841-6BAB416C7A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1.530" v="27"/>
          <ac:spMkLst>
            <pc:docMk/>
            <pc:sldMk cId="1544583583" sldId="278"/>
            <ac:spMk id="57" creationId="{2C1BBA94-3F40-40AA-8BB9-E69E25E537C1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59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1:57.967" v="29"/>
          <ac:spMkLst>
            <pc:docMk/>
            <pc:sldMk cId="1544583583" sldId="278"/>
            <ac:spMk id="60" creationId="{71F2038E-D777-4B76-81DD-DD13EE91B9DD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5" creationId="{2EB492CD-616E-47F8-933B-5E2D952A059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6" creationId="{59383CF9-23B5-4335-9B21-1791C4CF1C75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0.952" v="31"/>
          <ac:spMkLst>
            <pc:docMk/>
            <pc:sldMk cId="1544583583" sldId="278"/>
            <ac:spMk id="67" creationId="{0007FE00-9498-4706-B255-6437B0252C02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69" creationId="{743AA782-23D1-4521-8CAD-47662984AA08}"/>
          </ac:spMkLst>
        </pc:spChg>
        <pc:spChg chg="add del">
          <ac:chgData name="Guest User" userId="S::urn:spo:tenantanon#7d1de448-4e16-423d-8eda-400153b7ef04::" providerId="AD" clId="Web-{12C9F4CB-9A4A-E8FF-F96A-80101165FE17}" dt="2026-05-03T17:32:09.592" v="33"/>
          <ac:spMkLst>
            <pc:docMk/>
            <pc:sldMk cId="1544583583" sldId="278"/>
            <ac:spMk id="70" creationId="{71877DBC-BB60-40F0-AC93-2ACDBAAE60CE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2" creationId="{B6FACB3C-9069-4791-BC5C-0DB7CD19B853}"/>
          </ac:spMkLst>
        </pc:spChg>
        <pc:spChg chg="add del">
          <ac:chgData name="Guest User" userId="S::urn:spo:tenantanon#7d1de448-4e16-423d-8eda-400153b7ef04::" providerId="AD" clId="Web-{12C9F4CB-9A4A-E8FF-F96A-80101165FE17}" dt="2026-05-03T17:32:44.608" v="39"/>
          <ac:spMkLst>
            <pc:docMk/>
            <pc:sldMk cId="1544583583" sldId="278"/>
            <ac:spMk id="73" creationId="{71F2038E-D777-4B76-81DD-DD13EE91B9DD}"/>
          </ac:spMkLst>
        </pc:spChg>
        <pc:grpChg chg="del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74" creationId="{DD354807-230F-4402-B1B9-F733A8F1F190}"/>
          </ac:grpSpMkLst>
        </pc:grpChg>
        <pc:grpChg chg="add">
          <ac:chgData name="Guest User" userId="S::urn:spo:tenantanon#7d1de448-4e16-423d-8eda-400153b7ef04::" providerId="AD" clId="Web-{12C9F4CB-9A4A-E8FF-F96A-80101165FE17}" dt="2026-05-03T17:32:44.608" v="39"/>
          <ac:grpSpMkLst>
            <pc:docMk/>
            <pc:sldMk cId="1544583583" sldId="278"/>
            <ac:grpSpMk id="81" creationId="{6258F736-B256-8039-9DC6-F4E49A5C5AD5}"/>
          </ac:grpSpMkLst>
        </pc:grpChg>
        <pc:picChg chg="mod">
          <ac:chgData name="Guest User" userId="S::urn:spo:tenantanon#7d1de448-4e16-423d-8eda-400153b7ef04::" providerId="AD" clId="Web-{12C9F4CB-9A4A-E8FF-F96A-80101165FE17}" dt="2026-05-03T17:33:29.077" v="41" actId="1076"/>
          <ac:picMkLst>
            <pc:docMk/>
            <pc:sldMk cId="1544583583" sldId="278"/>
            <ac:picMk id="6" creationId="{7A014FFF-E936-52B5-C3FD-4AA4A0496AC4}"/>
          </ac:picMkLst>
        </pc:picChg>
      </pc:sldChg>
      <pc:sldChg chg="del">
        <pc:chgData name="Guest User" userId="S::urn:spo:tenantanon#7d1de448-4e16-423d-8eda-400153b7ef04::" providerId="AD" clId="Web-{12C9F4CB-9A4A-E8FF-F96A-80101165FE17}" dt="2026-05-03T16:47:06.935" v="2"/>
        <pc:sldMkLst>
          <pc:docMk/>
          <pc:sldMk cId="1553354488" sldId="281"/>
        </pc:sldMkLst>
      </pc:sldChg>
    </pc:docChg>
  </pc:docChgLst>
  <pc:docChgLst>
    <pc:chgData name="Guest User" userId="S::urn:spo:tenantanon#7d1de448-4e16-423d-8eda-400153b7ef04::" providerId="AD" clId="Web-{965EBA70-AA59-CAE5-4523-68BEB570FBC6}"/>
    <pc:docChg chg="addSld modSld">
      <pc:chgData name="Guest User" userId="S::urn:spo:tenantanon#7d1de448-4e16-423d-8eda-400153b7ef04::" providerId="AD" clId="Web-{965EBA70-AA59-CAE5-4523-68BEB570FBC6}" dt="2026-04-18T21:57:16.515" v="82"/>
      <pc:docMkLst>
        <pc:docMk/>
      </pc:docMkLst>
      <pc:sldChg chg="addSp delSp modSp mod setBg">
        <pc:chgData name="Guest User" userId="S::urn:spo:tenantanon#7d1de448-4e16-423d-8eda-400153b7ef04::" providerId="AD" clId="Web-{965EBA70-AA59-CAE5-4523-68BEB570FBC6}" dt="2026-04-18T21:51:56.533" v="8" actId="1076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965EBA70-AA59-CAE5-4523-68BEB570FBC6}" dt="2026-04-18T21:51:56.533" v="8" actId="1076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965EBA70-AA59-CAE5-4523-68BEB570FBC6}" dt="2026-04-18T21:52:37.064" v="14" actId="14100"/>
        <pc:sldMkLst>
          <pc:docMk/>
          <pc:sldMk cId="232652106" sldId="265"/>
        </pc:sldMkLst>
      </pc:sldChg>
      <pc:sldChg chg="addSp delSp modSp new mod setBg">
        <pc:chgData name="Guest User" userId="S::urn:spo:tenantanon#7d1de448-4e16-423d-8eda-400153b7ef04::" providerId="AD" clId="Web-{965EBA70-AA59-CAE5-4523-68BEB570FBC6}" dt="2026-04-18T21:57:16.515" v="82"/>
        <pc:sldMkLst>
          <pc:docMk/>
          <pc:sldMk cId="652764339" sldId="266"/>
        </pc:sldMkLst>
        <pc:graphicFrameChg chg="add mod ord modGraphic">
          <ac:chgData name="Guest User" userId="S::urn:spo:tenantanon#7d1de448-4e16-423d-8eda-400153b7ef04::" providerId="AD" clId="Web-{965EBA70-AA59-CAE5-4523-68BEB570FBC6}" dt="2026-04-18T21:57:16.515" v="82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Alex Hildreth" userId="S::ah274852@my.stchas.edu::85cb145d-a94f-42a7-bc77-b26c22435dc3" providerId="AD" clId="Web-{3DC44E0D-CB56-6361-CD98-3D2827AADF0B}"/>
    <pc:docChg chg="modSld">
      <pc:chgData name="Alex Hildreth" userId="S::ah274852@my.stchas.edu::85cb145d-a94f-42a7-bc77-b26c22435dc3" providerId="AD" clId="Web-{3DC44E0D-CB56-6361-CD98-3D2827AADF0B}" dt="2026-05-03T21:31:42.761" v="7"/>
      <pc:docMkLst>
        <pc:docMk/>
      </pc:docMkLst>
      <pc:sldChg chg="addSp modSp">
        <pc:chgData name="Alex Hildreth" userId="S::ah274852@my.stchas.edu::85cb145d-a94f-42a7-bc77-b26c22435dc3" providerId="AD" clId="Web-{3DC44E0D-CB56-6361-CD98-3D2827AADF0B}" dt="2026-05-03T21:27:25.946" v="2" actId="14100"/>
        <pc:sldMkLst>
          <pc:docMk/>
          <pc:sldMk cId="3926623332" sldId="260"/>
        </pc:sldMkLst>
        <pc:picChg chg="add mod">
          <ac:chgData name="Alex Hildreth" userId="S::ah274852@my.stchas.edu::85cb145d-a94f-42a7-bc77-b26c22435dc3" providerId="AD" clId="Web-{3DC44E0D-CB56-6361-CD98-3D2827AADF0B}" dt="2026-05-03T21:27:25.946" v="2" actId="14100"/>
          <ac:picMkLst>
            <pc:docMk/>
            <pc:sldMk cId="3926623332" sldId="260"/>
            <ac:picMk id="8" creationId="{DB4E9CA7-FD10-13FF-E089-74B59DD0180F}"/>
          </ac:picMkLst>
        </pc:picChg>
      </pc:sldChg>
      <pc:sldChg chg="modSp">
        <pc:chgData name="Alex Hildreth" userId="S::ah274852@my.stchas.edu::85cb145d-a94f-42a7-bc77-b26c22435dc3" providerId="AD" clId="Web-{3DC44E0D-CB56-6361-CD98-3D2827AADF0B}" dt="2026-05-03T21:31:42.761" v="7"/>
        <pc:sldMkLst>
          <pc:docMk/>
          <pc:sldMk cId="652764339" sldId="266"/>
        </pc:sldMkLst>
        <pc:graphicFrameChg chg="modGraphic">
          <ac:chgData name="Alex Hildreth" userId="S::ah274852@my.stchas.edu::85cb145d-a94f-42a7-bc77-b26c22435dc3" providerId="AD" clId="Web-{3DC44E0D-CB56-6361-CD98-3D2827AADF0B}" dt="2026-05-03T21:31:42.761" v="7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</pc:docChg>
  </pc:docChgLst>
  <pc:docChgLst>
    <pc:chgData name="Guest User" userId="S::urn:spo:tenantanon#7d1de448-4e16-423d-8eda-400153b7ef04::" providerId="AD" clId="Web-{C8C4F36B-2BC4-400D-48B0-BCF14939AE63}"/>
    <pc:docChg chg="modSld">
      <pc:chgData name="Guest User" userId="S::urn:spo:tenantanon#7d1de448-4e16-423d-8eda-400153b7ef04::" providerId="AD" clId="Web-{C8C4F36B-2BC4-400D-48B0-BCF14939AE63}" dt="2026-05-03T05:54:55.576" v="355" actId="20577"/>
      <pc:docMkLst>
        <pc:docMk/>
      </pc:docMkLst>
      <pc:sldChg chg="addSp delSp modSp mod setBg">
        <pc:chgData name="Guest User" userId="S::urn:spo:tenantanon#7d1de448-4e16-423d-8eda-400153b7ef04::" providerId="AD" clId="Web-{C8C4F36B-2BC4-400D-48B0-BCF14939AE63}" dt="2026-05-03T05:42:53.863" v="81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" creationId="{7DA4A101-0C7D-98BC-B1FF-9970BF4315C2}"/>
          </ac:spMkLst>
        </pc:spChg>
        <pc:spChg chg="add del">
          <ac:chgData name="Guest User" userId="S::urn:spo:tenantanon#7d1de448-4e16-423d-8eda-400153b7ef04::" providerId="AD" clId="Web-{C8C4F36B-2BC4-400D-48B0-BCF14939AE63}" dt="2026-05-03T05:33:07.243" v="13"/>
          <ac:spMkLst>
            <pc:docMk/>
            <pc:sldMk cId="1840543093" sldId="258"/>
            <ac:spMk id="3" creationId="{83451F6B-C2E7-827E-8295-1D0B36970824}"/>
          </ac:spMkLst>
        </pc:spChg>
        <pc:spChg chg="add mo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5" creationId="{EB21D8C8-8285-C4F3-DC36-7CD06DCDD47C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8" creationId="{A8384FB5-9ADC-4DDC-881B-597D56F5B15D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1" creationId="{1199E1B1-A8C0-4FE8-A5A8-1CB41D69F857}"/>
          </ac:spMkLst>
        </pc:spChg>
        <pc:spChg chg="del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15" creationId="{A7009A0A-BEF5-4EAC-AF15-E4F9F002E239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2" creationId="{53CF6D67-C5A8-4ADD-9E8E-1E38CA1D3166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4" creationId="{86909FA0-B515-4681-B7A8-FA281D133B94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6" creationId="{21C9FE86-FCC3-4A31-AA1C-C882262B7FE7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28" creationId="{7D96243B-ECED-4B71-8E06-AE9A285EAD20}"/>
          </ac:spMkLst>
        </pc:spChg>
        <pc:spChg chg="add">
          <ac:chgData name="Guest User" userId="S::urn:spo:tenantanon#7d1de448-4e16-423d-8eda-400153b7ef04::" providerId="AD" clId="Web-{C8C4F36B-2BC4-400D-48B0-BCF14939AE63}" dt="2026-05-03T05:42:53.863" v="81"/>
          <ac:spMkLst>
            <pc:docMk/>
            <pc:sldMk cId="1840543093" sldId="258"/>
            <ac:spMk id="30" creationId="{A09989E4-EFDC-4A90-A633-E0525FB4139E}"/>
          </ac:spMkLst>
        </pc:spChg>
        <pc:picChg chg="del">
          <ac:chgData name="Guest User" userId="S::urn:spo:tenantanon#7d1de448-4e16-423d-8eda-400153b7ef04::" providerId="AD" clId="Web-{C8C4F36B-2BC4-400D-48B0-BCF14939AE63}" dt="2026-05-03T05:32:49.633" v="11"/>
          <ac:picMkLst>
            <pc:docMk/>
            <pc:sldMk cId="1840543093" sldId="258"/>
            <ac:picMk id="4" creationId="{002350B7-B70C-E58E-BF92-271E1F0026A3}"/>
          </ac:picMkLst>
        </pc:picChg>
      </pc:sldChg>
      <pc:sldChg chg="addSp delSp modSp mod setBg">
        <pc:chgData name="Guest User" userId="S::urn:spo:tenantanon#7d1de448-4e16-423d-8eda-400153b7ef04::" providerId="AD" clId="Web-{C8C4F36B-2BC4-400D-48B0-BCF14939AE63}" dt="2026-05-03T05:54:55.576" v="355" actId="20577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C8C4F36B-2BC4-400D-48B0-BCF14939AE63}" dt="2026-05-03T05:48:39.983" v="204" actId="20577"/>
          <ac:spMkLst>
            <pc:docMk/>
            <pc:sldMk cId="232652106" sldId="265"/>
            <ac:spMk id="2" creationId="{B2958BA3-F5E3-BE07-FD03-20E8CBA512AF}"/>
          </ac:spMkLst>
        </pc:spChg>
        <pc:spChg chg="add mod">
          <ac:chgData name="Guest User" userId="S::urn:spo:tenantanon#7d1de448-4e16-423d-8eda-400153b7ef04::" providerId="AD" clId="Web-{C8C4F36B-2BC4-400D-48B0-BCF14939AE63}" dt="2026-05-03T05:54:55.576" v="355" actId="20577"/>
          <ac:spMkLst>
            <pc:docMk/>
            <pc:sldMk cId="232652106" sldId="265"/>
            <ac:spMk id="4" creationId="{2943EFDA-8AC3-4EF4-F3D5-7B06BDA6A3DD}"/>
          </ac:spMkLst>
        </pc:spChg>
        <pc:picChg chg="del">
          <ac:chgData name="Guest User" userId="S::urn:spo:tenantanon#7d1de448-4e16-423d-8eda-400153b7ef04::" providerId="AD" clId="Web-{C8C4F36B-2BC4-400D-48B0-BCF14939AE63}" dt="2026-05-03T05:48:42.187" v="205"/>
          <ac:picMkLst>
            <pc:docMk/>
            <pc:sldMk cId="232652106" sldId="265"/>
            <ac:picMk id="7" creationId="{63813946-08F2-40CC-581D-464D9E192E0A}"/>
          </ac:picMkLst>
        </pc:picChg>
      </pc:sldChg>
      <pc:sldChg chg="modSp">
        <pc:chgData name="Guest User" userId="S::urn:spo:tenantanon#7d1de448-4e16-423d-8eda-400153b7ef04::" providerId="AD" clId="Web-{C8C4F36B-2BC4-400D-48B0-BCF14939AE63}" dt="2026-05-03T05:51:10.754" v="349"/>
        <pc:sldMkLst>
          <pc:docMk/>
          <pc:sldMk cId="652764339" sldId="266"/>
        </pc:sldMkLst>
        <pc:graphicFrameChg chg="mod modGraphic">
          <ac:chgData name="Guest User" userId="S::urn:spo:tenantanon#7d1de448-4e16-423d-8eda-400153b7ef04::" providerId="AD" clId="Web-{C8C4F36B-2BC4-400D-48B0-BCF14939AE63}" dt="2026-05-03T05:51:10.754" v="349"/>
          <ac:graphicFrameMkLst>
            <pc:docMk/>
            <pc:sldMk cId="652764339" sldId="266"/>
            <ac:graphicFrameMk id="5" creationId="{4904E228-37A9-5E59-B124-879E5B33852B}"/>
          </ac:graphicFrameMkLst>
        </pc:graphicFrameChg>
      </pc:sldChg>
      <pc:sldChg chg="modSp">
        <pc:chgData name="Guest User" userId="S::urn:spo:tenantanon#7d1de448-4e16-423d-8eda-400153b7ef04::" providerId="AD" clId="Web-{C8C4F36B-2BC4-400D-48B0-BCF14939AE63}" dt="2026-05-03T05:44:19.460" v="122" actId="20577"/>
        <pc:sldMkLst>
          <pc:docMk/>
          <pc:sldMk cId="527625022" sldId="277"/>
        </pc:sldMkLst>
        <pc:spChg chg="mod">
          <ac:chgData name="Guest User" userId="S::urn:spo:tenantanon#7d1de448-4e16-423d-8eda-400153b7ef04::" providerId="AD" clId="Web-{C8C4F36B-2BC4-400D-48B0-BCF14939AE63}" dt="2026-05-03T05:43:54.865" v="109" actId="20577"/>
          <ac:spMkLst>
            <pc:docMk/>
            <pc:sldMk cId="527625022" sldId="277"/>
            <ac:spMk id="38" creationId="{7BE93E83-64A8-CFCB-A1F2-B95A9A420663}"/>
          </ac:spMkLst>
        </pc:spChg>
        <pc:spChg chg="mod">
          <ac:chgData name="Guest User" userId="S::urn:spo:tenantanon#7d1de448-4e16-423d-8eda-400153b7ef04::" providerId="AD" clId="Web-{C8C4F36B-2BC4-400D-48B0-BCF14939AE63}" dt="2026-05-03T05:44:15.601" v="119" actId="20577"/>
          <ac:spMkLst>
            <pc:docMk/>
            <pc:sldMk cId="527625022" sldId="277"/>
            <ac:spMk id="39" creationId="{A72FC4C7-C4C2-963C-CB96-0FD2875C0D87}"/>
          </ac:spMkLst>
        </pc:spChg>
        <pc:spChg chg="mod">
          <ac:chgData name="Guest User" userId="S::urn:spo:tenantanon#7d1de448-4e16-423d-8eda-400153b7ef04::" providerId="AD" clId="Web-{C8C4F36B-2BC4-400D-48B0-BCF14939AE63}" dt="2026-05-03T05:44:19.460" v="122" actId="20577"/>
          <ac:spMkLst>
            <pc:docMk/>
            <pc:sldMk cId="527625022" sldId="277"/>
            <ac:spMk id="43" creationId="{A6FAA365-060A-5820-13BB-E0E9CCB41553}"/>
          </ac:spMkLst>
        </pc:spChg>
      </pc:sldChg>
      <pc:sldChg chg="addSp delSp modSp mod setBg">
        <pc:chgData name="Guest User" userId="S::urn:spo:tenantanon#7d1de448-4e16-423d-8eda-400153b7ef04::" providerId="AD" clId="Web-{C8C4F36B-2BC4-400D-48B0-BCF14939AE63}" dt="2026-05-03T05:52:50.974" v="351" actId="14100"/>
        <pc:sldMkLst>
          <pc:docMk/>
          <pc:sldMk cId="1544583583" sldId="278"/>
        </pc:sldMkLst>
        <pc:spChg chg="mo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2" creationId="{59F52239-473C-4603-246A-AF97D17F4716}"/>
          </ac:spMkLst>
        </pc:spChg>
        <pc:spChg chg="add or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3" creationId="{54A738C4-FBF6-B4B8-473D-0E0C408CD374}"/>
          </ac:spMkLst>
        </pc:spChg>
        <pc:spChg chg="add mod">
          <ac:chgData name="Guest User" userId="S::urn:spo:tenantanon#7d1de448-4e16-423d-8eda-400153b7ef04::" providerId="AD" clId="Web-{C8C4F36B-2BC4-400D-48B0-BCF14939AE63}" dt="2026-05-03T05:47:29.513" v="184" actId="20577"/>
          <ac:spMkLst>
            <pc:docMk/>
            <pc:sldMk cId="1544583583" sldId="278"/>
            <ac:spMk id="5" creationId="{8520E567-2657-EC27-C696-05D5FBE2F98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8" creationId="{0C80695A-074B-123D-DE90-F9B9EE5A7742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1" creationId="{006057E5-9F3E-EDB8-974F-E39CBE9D34EE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13" creationId="{10222386-FAE5-AF5B-7D35-F071AC0508E6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15" creationId="{84307BEE-7EBB-3747-06AC-31C77D1A6B85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0" creationId="{0288C6B4-AFC3-407F-A595-EFFD38D4CCAF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4" creationId="{C0BDBCD2-E081-43AB-9119-C55465E59757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6" creationId="{98E79BE4-34FE-485A-98A5-92CE8F7C4743}"/>
          </ac:spMkLst>
        </pc:spChg>
        <pc:spChg chg="add del">
          <ac:chgData name="Guest User" userId="S::urn:spo:tenantanon#7d1de448-4e16-423d-8eda-400153b7ef04::" providerId="AD" clId="Web-{C8C4F36B-2BC4-400D-48B0-BCF14939AE63}" dt="2026-05-03T05:47:04.731" v="175"/>
          <ac:spMkLst>
            <pc:docMk/>
            <pc:sldMk cId="1544583583" sldId="278"/>
            <ac:spMk id="28" creationId="{7A5F0580-5EE9-419F-96EE-B6529EF6E7D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0" creationId="{0B9EE3F3-89B7-43C3-8651-C4C96830993D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1" creationId="{33AE4636-AEEC-45D6-84D4-7AC2DA48ECF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1.294" v="177"/>
          <ac:spMkLst>
            <pc:docMk/>
            <pc:sldMk cId="1544583583" sldId="278"/>
            <ac:spMk id="32" creationId="{8D9CE0F4-2EB2-4F1F-8AAC-DB3571D9FE10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7" creationId="{743AA782-23D1-4521-8CAD-47662984AA08}"/>
          </ac:spMkLst>
        </pc:spChg>
        <pc:spChg chg="add del">
          <ac:chgData name="Guest User" userId="S::urn:spo:tenantanon#7d1de448-4e16-423d-8eda-400153b7ef04::" providerId="AD" clId="Web-{C8C4F36B-2BC4-400D-48B0-BCF14939AE63}" dt="2026-05-03T05:47:18.513" v="181"/>
          <ac:spMkLst>
            <pc:docMk/>
            <pc:sldMk cId="1544583583" sldId="278"/>
            <ac:spMk id="38" creationId="{71877DBC-BB60-40F0-AC93-2ACDBAAE60CE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0" creationId="{12609869-9E80-471B-A487-A53288E0E791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2" creationId="{B8B8D07F-F13E-443E-BA68-2D26672D76B9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3" creationId="{2813A4FA-24A5-41ED-A534-3807D1B2F344}"/>
          </ac:spMkLst>
        </pc:spChg>
        <pc:spChg chg="add">
          <ac:chgData name="Guest User" userId="S::urn:spo:tenantanon#7d1de448-4e16-423d-8eda-400153b7ef04::" providerId="AD" clId="Web-{C8C4F36B-2BC4-400D-48B0-BCF14939AE63}" dt="2026-05-03T05:47:18.529" v="182"/>
          <ac:spMkLst>
            <pc:docMk/>
            <pc:sldMk cId="1544583583" sldId="278"/>
            <ac:spMk id="44" creationId="{C3944F27-CA70-4E84-A51A-E6BF89558979}"/>
          </ac:spMkLst>
        </pc:spChg>
        <pc:grpChg chg="add del">
          <ac:chgData name="Guest User" userId="S::urn:spo:tenantanon#7d1de448-4e16-423d-8eda-400153b7ef04::" providerId="AD" clId="Web-{C8C4F36B-2BC4-400D-48B0-BCF14939AE63}" dt="2026-05-03T05:47:15.794" v="179"/>
          <ac:grpSpMkLst>
            <pc:docMk/>
            <pc:sldMk cId="1544583583" sldId="278"/>
            <ac:grpSpMk id="34" creationId="{6258F736-B256-8039-9DC6-F4E49A5C5AD5}"/>
          </ac:grpSpMkLst>
        </pc:grpChg>
        <pc:picChg chg="add del">
          <ac:chgData name="Guest User" userId="S::urn:spo:tenantanon#7d1de448-4e16-423d-8eda-400153b7ef04::" providerId="AD" clId="Web-{C8C4F36B-2BC4-400D-48B0-BCF14939AE63}" dt="2026-05-03T05:44:22.820" v="123"/>
          <ac:picMkLst>
            <pc:docMk/>
            <pc:sldMk cId="1544583583" sldId="278"/>
            <ac:picMk id="4" creationId="{4C867D00-52B7-50AC-B16A-7A3EFE854605}"/>
          </ac:picMkLst>
        </pc:picChg>
        <pc:picChg chg="add mod">
          <ac:chgData name="Guest User" userId="S::urn:spo:tenantanon#7d1de448-4e16-423d-8eda-400153b7ef04::" providerId="AD" clId="Web-{C8C4F36B-2BC4-400D-48B0-BCF14939AE63}" dt="2026-05-03T05:52:50.974" v="351" actId="14100"/>
          <ac:picMkLst>
            <pc:docMk/>
            <pc:sldMk cId="1544583583" sldId="278"/>
            <ac:picMk id="6" creationId="{7A014FFF-E936-52B5-C3FD-4AA4A0496AC4}"/>
          </ac:picMkLst>
        </pc:picChg>
      </pc:sldChg>
    </pc:docChg>
  </pc:docChgLst>
  <pc:docChgLst>
    <pc:chgData name="Guest User" userId="S::urn:spo:tenantanon#7d1de448-4e16-423d-8eda-400153b7ef04::" providerId="AD" clId="Web-{53CDE8CC-5242-5C21-7BE3-6C6557962DD1}"/>
    <pc:docChg chg="addSld modSld">
      <pc:chgData name="Guest User" userId="S::urn:spo:tenantanon#7d1de448-4e16-423d-8eda-400153b7ef04::" providerId="AD" clId="Web-{53CDE8CC-5242-5C21-7BE3-6C6557962DD1}" dt="2026-04-17T23:29:59.818" v="135" actId="20577"/>
      <pc:docMkLst>
        <pc:docMk/>
      </pc:docMkLst>
      <pc:sldChg chg="modSp">
        <pc:chgData name="Guest User" userId="S::urn:spo:tenantanon#7d1de448-4e16-423d-8eda-400153b7ef04::" providerId="AD" clId="Web-{53CDE8CC-5242-5C21-7BE3-6C6557962DD1}" dt="2026-04-17T23:16:06.537" v="6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53CDE8CC-5242-5C21-7BE3-6C6557962DD1}" dt="2026-04-17T23:16:06.537" v="6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modSp">
        <pc:chgData name="Guest User" userId="S::urn:spo:tenantanon#7d1de448-4e16-423d-8eda-400153b7ef04::" providerId="AD" clId="Web-{53CDE8CC-5242-5C21-7BE3-6C6557962DD1}" dt="2026-04-17T23:16:30.771" v="32" actId="20577"/>
        <pc:sldMkLst>
          <pc:docMk/>
          <pc:sldMk cId="3926623332" sldId="260"/>
        </pc:sldMkLst>
        <pc:spChg chg="mod">
          <ac:chgData name="Guest User" userId="S::urn:spo:tenantanon#7d1de448-4e16-423d-8eda-400153b7ef04::" providerId="AD" clId="Web-{53CDE8CC-5242-5C21-7BE3-6C6557962DD1}" dt="2026-04-17T23:16:30.771" v="32" actId="20577"/>
          <ac:spMkLst>
            <pc:docMk/>
            <pc:sldMk cId="3926623332" sldId="260"/>
            <ac:spMk id="2" creationId="{84D74C2D-71CF-4986-4F5E-69F1F83924B5}"/>
          </ac:spMkLst>
        </pc:spChg>
      </pc:sldChg>
    </pc:docChg>
  </pc:docChgLst>
  <pc:docChgLst>
    <pc:chgData name="Guest User" userId="S::urn:spo:tenantanon#7d1de448-4e16-423d-8eda-400153b7ef04::" providerId="AD" clId="Web-{85B94923-41D3-CE3B-122F-4372775C7016}"/>
    <pc:docChg chg="addSld delSld modSld">
      <pc:chgData name="Guest User" userId="S::urn:spo:tenantanon#7d1de448-4e16-423d-8eda-400153b7ef04::" providerId="AD" clId="Web-{85B94923-41D3-CE3B-122F-4372775C7016}" dt="2026-04-18T00:19:01.434" v="45"/>
      <pc:docMkLst>
        <pc:docMk/>
      </pc:docMkLst>
      <pc:sldChg chg="modSp">
        <pc:chgData name="Guest User" userId="S::urn:spo:tenantanon#7d1de448-4e16-423d-8eda-400153b7ef04::" providerId="AD" clId="Web-{85B94923-41D3-CE3B-122F-4372775C7016}" dt="2026-04-17T23:47:25.070" v="11" actId="20577"/>
        <pc:sldMkLst>
          <pc:docMk/>
          <pc:sldMk cId="1840543093" sldId="258"/>
        </pc:sldMkLst>
        <pc:spChg chg="mod">
          <ac:chgData name="Guest User" userId="S::urn:spo:tenantanon#7d1de448-4e16-423d-8eda-400153b7ef04::" providerId="AD" clId="Web-{85B94923-41D3-CE3B-122F-4372775C7016}" dt="2026-04-17T23:47:25.070" v="11" actId="20577"/>
          <ac:spMkLst>
            <pc:docMk/>
            <pc:sldMk cId="1840543093" sldId="258"/>
            <ac:spMk id="2" creationId="{7DA4A101-0C7D-98BC-B1FF-9970BF4315C2}"/>
          </ac:spMkLst>
        </pc:spChg>
      </pc:sldChg>
      <pc:sldChg chg="addSp delSp modSp new mod setBg">
        <pc:chgData name="Guest User" userId="S::urn:spo:tenantanon#7d1de448-4e16-423d-8eda-400153b7ef04::" providerId="AD" clId="Web-{85B94923-41D3-CE3B-122F-4372775C7016}" dt="2026-04-18T00:19:01.434" v="45"/>
        <pc:sldMkLst>
          <pc:docMk/>
          <pc:sldMk cId="232652106" sldId="265"/>
        </pc:sldMkLst>
        <pc:spChg chg="mod">
          <ac:chgData name="Guest User" userId="S::urn:spo:tenantanon#7d1de448-4e16-423d-8eda-400153b7ef04::" providerId="AD" clId="Web-{85B94923-41D3-CE3B-122F-4372775C7016}" dt="2026-04-18T00:19:01.434" v="45"/>
          <ac:spMkLst>
            <pc:docMk/>
            <pc:sldMk cId="232652106" sldId="265"/>
            <ac:spMk id="2" creationId="{B2958BA3-F5E3-BE07-FD03-20E8CBA512AF}"/>
          </ac:spMkLst>
        </pc:spChg>
      </pc:sldChg>
    </pc:docChg>
  </pc:docChgLst>
  <pc:docChgLst>
    <pc:chgData name="Guest User" userId="S::urn:spo:tenantanon#7d1de448-4e16-423d-8eda-400153b7ef04::" providerId="AD" clId="Web-{4BFB7AA6-1BEC-F670-E039-D62BBCEB2AD4}"/>
    <pc:docChg chg="addSld delSld modSld">
      <pc:chgData name="Guest User" userId="S::urn:spo:tenantanon#7d1de448-4e16-423d-8eda-400153b7ef04::" providerId="AD" clId="Web-{4BFB7AA6-1BEC-F670-E039-D62BBCEB2AD4}" dt="2026-05-03T21:15:59.912" v="239" actId="20577"/>
      <pc:docMkLst>
        <pc:docMk/>
      </pc:docMkLst>
      <pc:sldChg chg="del">
        <pc:chgData name="Guest User" userId="S::urn:spo:tenantanon#7d1de448-4e16-423d-8eda-400153b7ef04::" providerId="AD" clId="Web-{4BFB7AA6-1BEC-F670-E039-D62BBCEB2AD4}" dt="2026-05-03T21:15:50.209" v="237"/>
        <pc:sldMkLst>
          <pc:docMk/>
          <pc:sldMk cId="769930310" sldId="280"/>
        </pc:sldMkLst>
      </pc:sldChg>
      <pc:sldChg chg="new">
        <pc:chgData name="Guest User" userId="S::urn:spo:tenantanon#7d1de448-4e16-423d-8eda-400153b7ef04::" providerId="AD" clId="Web-{4BFB7AA6-1BEC-F670-E039-D62BBCEB2AD4}" dt="2026-05-03T21:11:21.953" v="0"/>
        <pc:sldMkLst>
          <pc:docMk/>
          <pc:sldMk cId="2364213921" sldId="280"/>
        </pc:sldMkLst>
      </pc:sldChg>
      <pc:sldChg chg="addSp delSp modSp mod setBg">
        <pc:chgData name="Guest User" userId="S::urn:spo:tenantanon#7d1de448-4e16-423d-8eda-400153b7ef04::" providerId="AD" clId="Web-{4BFB7AA6-1BEC-F670-E039-D62BBCEB2AD4}" dt="2026-05-03T21:15:59.912" v="239" actId="20577"/>
        <pc:sldMkLst>
          <pc:docMk/>
          <pc:sldMk cId="2364213921" sldId="281"/>
        </pc:sldMkLst>
        <pc:spChg chg="mo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2" creationId="{FCE2ECCF-FC3D-2EBC-86D7-73C2C84D5433}"/>
          </ac:spMkLst>
        </pc:spChg>
        <pc:spChg chg="mod">
          <ac:chgData name="Guest User" userId="S::urn:spo:tenantanon#7d1de448-4e16-423d-8eda-400153b7ef04::" providerId="AD" clId="Web-{4BFB7AA6-1BEC-F670-E039-D62BBCEB2AD4}" dt="2026-05-03T21:15:59.912" v="239" actId="20577"/>
          <ac:spMkLst>
            <pc:docMk/>
            <pc:sldMk cId="2364213921" sldId="281"/>
            <ac:spMk id="3" creationId="{564BD65A-8469-E0CF-7D54-F38ABADF618D}"/>
          </ac:spMkLst>
        </pc:spChg>
        <pc:spChg chg="add del">
          <ac:chgData name="Guest User" userId="S::urn:spo:tenantanon#7d1de448-4e16-423d-8eda-400153b7ef04::" providerId="AD" clId="Web-{4BFB7AA6-1BEC-F670-E039-D62BBCEB2AD4}" dt="2026-05-03T21:15:28.115" v="234"/>
          <ac:spMkLst>
            <pc:docMk/>
            <pc:sldMk cId="2364213921" sldId="281"/>
            <ac:spMk id="10" creationId="{55F7ABCA-A68A-47DD-B732-76FF34C6FB7D}"/>
          </ac:spMkLst>
        </pc:spChg>
        <pc:spChg chg="add">
          <ac:chgData name="Guest User" userId="S::urn:spo:tenantanon#7d1de448-4e16-423d-8eda-400153b7ef04::" providerId="AD" clId="Web-{4BFB7AA6-1BEC-F670-E039-D62BBCEB2AD4}" dt="2026-05-03T21:15:28.115" v="235"/>
          <ac:spMkLst>
            <pc:docMk/>
            <pc:sldMk cId="2364213921" sldId="281"/>
            <ac:spMk id="12" creationId="{B14C2221-2B8C-494D-9442-F812DF4E8794}"/>
          </ac:spMkLst>
        </pc:spChg>
        <pc:picChg chg="add del">
          <ac:chgData name="Guest User" userId="S::urn:spo:tenantanon#7d1de448-4e16-423d-8eda-400153b7ef04::" providerId="AD" clId="Web-{4BFB7AA6-1BEC-F670-E039-D62BBCEB2AD4}" dt="2026-05-03T21:15:28.115" v="234"/>
          <ac:picMkLst>
            <pc:docMk/>
            <pc:sldMk cId="2364213921" sldId="281"/>
            <ac:picMk id="7" creationId="{9EE4BBFB-C529-A556-3717-3D4A75F18FBB}"/>
          </ac:picMkLst>
        </pc:picChg>
        <pc:picChg chg="add">
          <ac:chgData name="Guest User" userId="S::urn:spo:tenantanon#7d1de448-4e16-423d-8eda-400153b7ef04::" providerId="AD" clId="Web-{4BFB7AA6-1BEC-F670-E039-D62BBCEB2AD4}" dt="2026-05-03T21:15:28.115" v="235"/>
          <ac:picMkLst>
            <pc:docMk/>
            <pc:sldMk cId="2364213921" sldId="281"/>
            <ac:picMk id="13" creationId="{78A3ADFD-8ABE-137C-C1D5-E47E78C9913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7179F-9BD5-5B4A-9732-82B6F0A838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4A83A-D7B7-F74C-80E6-B7ADD29D3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70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4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95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92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25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2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Roma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82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Alex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4A83A-D7B7-F74C-80E6-B7ADD29D3C2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E533-13A0-E547-5FEF-7F71CE80A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54F8A-ECB4-0F65-DA7C-37D29ED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FBBB9-B7C0-2EF7-0CDB-B30550AB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DDB98-FF76-9437-9C08-1773B4D6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233D-BC5D-C15D-AD51-59833261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1D21-C0B1-8D65-2BBC-8A387CEC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960E-6487-801E-3081-60501D37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2594-503C-3F3F-856B-38E1AABE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875DA-05AF-86F7-CDCE-EC05BBDD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AE73C-D76D-DE4D-57DB-C55C74E7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18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E465-151F-DBF3-C2F4-C628EBFCE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41DDD-91FB-7931-5A15-E498FD45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E98D9-9EB7-D3F8-689A-2C5EF1F5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7F49E-D4EC-B31E-32FE-6BA4B9A4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0F63A-4B08-C04C-6FFB-8978C689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1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DA25-6855-4A99-3EA8-11B091B4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B6595-AA93-C15C-41D7-C3765E4B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8FC40-30C3-37A5-0281-F3DB6AE21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56B1-4F18-4FCB-768E-9BA99D2C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06CE-A653-890F-15AD-32FB5B4B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841AF-CA87-53F8-300E-5BA401DE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63CF-477D-C1F6-590D-89713A2B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9DC27-39EF-2A3E-E83C-4E8537553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246C2-5CE8-25E2-3BA2-5F510691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B9E5B-410D-9902-325C-ADDFD2954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93F17-CF02-AFCE-CA96-F0E0EBD6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A0F11-CB61-2185-9DCE-750D0AB4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E4EA1-E03A-E5CB-B10A-8668E76C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07974-A6E1-5C50-2A3B-A6BF39AE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0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FBEA-DCB5-B935-EC8E-5C849959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1832A-A13F-3913-24C7-273B4DEC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C93D0-308D-2043-2C12-4C15E688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7ED5B-93E4-C2A4-182A-D5E4BFCE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DB490-2D59-5B6A-71E7-EFC10AEC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C741D-DEAB-CCD2-B148-322D90A57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53CF6-0FCF-7B3E-F1BE-CF1AA28F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9CB7-6DFD-F0C1-2A90-096BE155F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E2701-BED0-F992-DC41-47C192F7C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B3C77-5057-CC92-7B4D-167CB4E4A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66D9D-675A-5444-932F-DC797A11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24575-A25C-4846-98B4-645A3266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9B66C-E199-09D3-276D-BAFCF8E2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2B3EF-B34D-F552-3D22-4700A12F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49465-6580-5AB0-06D0-CC7028C17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B71D8-478F-87DA-54BB-5128C968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2F2CC-BA14-CD48-BBA7-15A109107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6C2C-11EA-243D-0714-13357BCB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8A6AB-FE9B-2A41-2C7D-8211F907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2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ED2E-B065-7007-B4AF-8043D323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57347-2ED3-6340-8D7E-7A51252DB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27CA-311C-0E1D-64FE-86839155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8EC54-7282-46AB-B7A5-A63FD48C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8327-A975-A77C-BB70-DD80A34E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1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97C845-D5FC-76FE-616D-A61C2065A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1A1E-833F-6592-9395-E099C7C67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113A4-4AD6-0DCD-DBC9-073CA9A4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2047F-DE01-488E-BC97-E2F91515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EE376-296B-8E90-E104-C688DFF4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A41AC-A96D-920D-09F0-D5792945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925AB-15AA-D1EF-A8B6-07965D519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F5D81-8F7D-8E4E-6160-303EADE67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941C3-6C6E-214E-9FE3-18D5E20230BA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4C82-77B4-719E-015C-C90A40518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35E9A-EBE5-4FD0-2159-FA1D0EBE7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E8A67-F519-2B49-A582-2053B6669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9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4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BC44E65-3415-A50B-1AB1-00A12C01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423" y="4543843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Final Presentation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72C4B6A-5EF4-0284-5078-F87B2D39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636" y="1391076"/>
            <a:ext cx="4578419" cy="30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EF72-D938-7E06-FCC8-8324A611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329167-3E3C-201F-0344-0591FE452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2F6A1-359A-D23D-1901-79C38A7E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DCC53F-9D89-5090-80FD-F58C7267D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49B69B-8EC5-8195-9D1D-48674D0F3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0C81B88-9BEF-3564-FAD3-88C107E0E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F5F173-E1E1-140A-78E6-052D4B7E7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65B020-D7AB-3083-7018-598A056FE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2C26E0-A744-2332-E51B-EDD8C4538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FDE602-41F0-E22E-5EAC-2E63D9F4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B0898D-CB91-F6FF-4F3B-21196993B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3F5E03A-0F73-34C0-8574-0B834549CDF6}"/>
              </a:ext>
            </a:extLst>
          </p:cNvPr>
          <p:cNvGrpSpPr/>
          <p:nvPr/>
        </p:nvGrpSpPr>
        <p:grpSpPr>
          <a:xfrm>
            <a:off x="841281" y="1718161"/>
            <a:ext cx="2444055" cy="3421677"/>
            <a:chOff x="3080" y="464830"/>
            <a:chExt cx="2444055" cy="342167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34B397F-1B29-E265-B89F-9B7B090E050B}"/>
                </a:ext>
              </a:extLst>
            </p:cNvPr>
            <p:cNvSpPr/>
            <p:nvPr/>
          </p:nvSpPr>
          <p:spPr>
            <a:xfrm>
              <a:off x="3080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FAA365-060A-5820-13BB-E0E9CCB41553}"/>
                </a:ext>
              </a:extLst>
            </p:cNvPr>
            <p:cNvSpPr txBox="1"/>
            <p:nvPr/>
          </p:nvSpPr>
          <p:spPr>
            <a:xfrm>
              <a:off x="3080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/>
                <a:t>What is Dollar Dood</a:t>
              </a:r>
              <a:r>
                <a:rPr lang="en-US" sz="2400" dirty="0"/>
                <a:t>le?</a:t>
              </a:r>
              <a:endParaRPr lang="en-US" sz="2400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EDC5659-9E9B-FE99-7EB4-B28347F92A7E}"/>
              </a:ext>
            </a:extLst>
          </p:cNvPr>
          <p:cNvGrpSpPr/>
          <p:nvPr/>
        </p:nvGrpSpPr>
        <p:grpSpPr>
          <a:xfrm>
            <a:off x="1550057" y="2060328"/>
            <a:ext cx="1026503" cy="1026503"/>
            <a:chOff x="711856" y="806997"/>
            <a:chExt cx="1026503" cy="102650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EB8855-20B8-141D-CCA2-53226E723F05}"/>
                </a:ext>
              </a:extLst>
            </p:cNvPr>
            <p:cNvSpPr/>
            <p:nvPr/>
          </p:nvSpPr>
          <p:spPr>
            <a:xfrm>
              <a:off x="711856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Oval 6">
              <a:extLst>
                <a:ext uri="{FF2B5EF4-FFF2-40B4-BE49-F238E27FC236}">
                  <a16:creationId xmlns:a16="http://schemas.microsoft.com/office/drawing/2014/main" id="{C24EB142-5243-F3E0-5C96-8EC5071BE866}"/>
                </a:ext>
              </a:extLst>
            </p:cNvPr>
            <p:cNvSpPr txBox="1"/>
            <p:nvPr/>
          </p:nvSpPr>
          <p:spPr>
            <a:xfrm>
              <a:off x="862184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1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0268F36-2D21-3123-2F51-C769C9CCE6C5}"/>
              </a:ext>
            </a:extLst>
          </p:cNvPr>
          <p:cNvSpPr/>
          <p:nvPr/>
        </p:nvSpPr>
        <p:spPr>
          <a:xfrm>
            <a:off x="841281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965506"/>
              <a:satOff val="-2488"/>
              <a:lumOff val="-1681"/>
              <a:alphaOff val="0"/>
            </a:schemeClr>
          </a:lnRef>
          <a:fillRef idx="3">
            <a:schemeClr val="accent5">
              <a:hueOff val="-965506"/>
              <a:satOff val="-2488"/>
              <a:lumOff val="-1681"/>
              <a:alphaOff val="0"/>
            </a:schemeClr>
          </a:fillRef>
          <a:effectRef idx="2">
            <a:schemeClr val="accent5">
              <a:hueOff val="-965506"/>
              <a:satOff val="-2488"/>
              <a:lumOff val="-1681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511AA4-CF88-9348-4284-E1E0CDEA5ABC}"/>
              </a:ext>
            </a:extLst>
          </p:cNvPr>
          <p:cNvGrpSpPr/>
          <p:nvPr/>
        </p:nvGrpSpPr>
        <p:grpSpPr>
          <a:xfrm>
            <a:off x="3529742" y="1718161"/>
            <a:ext cx="2444055" cy="3421677"/>
            <a:chOff x="2691541" y="464830"/>
            <a:chExt cx="2444055" cy="342167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E93E83-64A8-CFCB-A1F2-B95A9A420663}"/>
                </a:ext>
              </a:extLst>
            </p:cNvPr>
            <p:cNvSpPr/>
            <p:nvPr/>
          </p:nvSpPr>
          <p:spPr>
            <a:xfrm>
              <a:off x="2691541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lnRef>
            <a:fillRef idx="1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2246587"/>
                <a:satOff val="-7611"/>
                <a:lumOff val="-97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91440" tIns="45720" rIns="91440" bIns="45720" anchor="t"/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72FC4C7-C4C2-963C-CB96-0FD2875C0D87}"/>
                </a:ext>
              </a:extLst>
            </p:cNvPr>
            <p:cNvSpPr txBox="1"/>
            <p:nvPr/>
          </p:nvSpPr>
          <p:spPr>
            <a:xfrm>
              <a:off x="2691541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Quick feature preview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CE35A8-22C2-4A81-CE2F-6F9FB6DC1FF4}"/>
              </a:ext>
            </a:extLst>
          </p:cNvPr>
          <p:cNvGrpSpPr/>
          <p:nvPr/>
        </p:nvGrpSpPr>
        <p:grpSpPr>
          <a:xfrm>
            <a:off x="4238518" y="2060328"/>
            <a:ext cx="1026503" cy="1026503"/>
            <a:chOff x="3400317" y="806997"/>
            <a:chExt cx="1026503" cy="102650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E2F1B06-84E1-4C22-7BC9-188585D11754}"/>
                </a:ext>
              </a:extLst>
            </p:cNvPr>
            <p:cNvSpPr/>
            <p:nvPr/>
          </p:nvSpPr>
          <p:spPr>
            <a:xfrm>
              <a:off x="3400317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1931012"/>
                <a:satOff val="-4977"/>
                <a:lumOff val="-3361"/>
                <a:alphaOff val="0"/>
              </a:schemeClr>
            </a:lnRef>
            <a:fillRef idx="3">
              <a:schemeClr val="accent5">
                <a:hueOff val="-1931012"/>
                <a:satOff val="-4977"/>
                <a:lumOff val="-3361"/>
                <a:alphaOff val="0"/>
              </a:schemeClr>
            </a:fillRef>
            <a:effectRef idx="2">
              <a:schemeClr val="accent5">
                <a:hueOff val="-1931012"/>
                <a:satOff val="-4977"/>
                <a:lumOff val="-336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Oval 11">
              <a:extLst>
                <a:ext uri="{FF2B5EF4-FFF2-40B4-BE49-F238E27FC236}">
                  <a16:creationId xmlns:a16="http://schemas.microsoft.com/office/drawing/2014/main" id="{BE2CA745-10DB-47C8-21E6-6B9F3EF55545}"/>
                </a:ext>
              </a:extLst>
            </p:cNvPr>
            <p:cNvSpPr txBox="1"/>
            <p:nvPr/>
          </p:nvSpPr>
          <p:spPr>
            <a:xfrm>
              <a:off x="3550645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2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FE648A2-BFBF-1F6D-C577-9F6EC9FC3466}"/>
              </a:ext>
            </a:extLst>
          </p:cNvPr>
          <p:cNvSpPr/>
          <p:nvPr/>
        </p:nvSpPr>
        <p:spPr>
          <a:xfrm>
            <a:off x="3529742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2896518"/>
              <a:satOff val="-7465"/>
              <a:lumOff val="-5042"/>
              <a:alphaOff val="0"/>
            </a:schemeClr>
          </a:lnRef>
          <a:fillRef idx="3">
            <a:schemeClr val="accent5">
              <a:hueOff val="-2896518"/>
              <a:satOff val="-7465"/>
              <a:lumOff val="-5042"/>
              <a:alphaOff val="0"/>
            </a:schemeClr>
          </a:fillRef>
          <a:effectRef idx="2">
            <a:schemeClr val="accent5">
              <a:hueOff val="-2896518"/>
              <a:satOff val="-7465"/>
              <a:lumOff val="-504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08B800-73CE-2C76-747F-1949DB78DD96}"/>
              </a:ext>
            </a:extLst>
          </p:cNvPr>
          <p:cNvGrpSpPr/>
          <p:nvPr/>
        </p:nvGrpSpPr>
        <p:grpSpPr>
          <a:xfrm>
            <a:off x="6218203" y="1718161"/>
            <a:ext cx="2444055" cy="3421677"/>
            <a:chOff x="5380002" y="464830"/>
            <a:chExt cx="2444055" cy="342167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F07B784-EAD9-7A89-D62D-D78024A5A8F4}"/>
                </a:ext>
              </a:extLst>
            </p:cNvPr>
            <p:cNvSpPr/>
            <p:nvPr/>
          </p:nvSpPr>
          <p:spPr>
            <a:xfrm>
              <a:off x="5380002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lnRef>
            <a:fillRef idx="1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4493175"/>
                <a:satOff val="-15221"/>
                <a:lumOff val="-1952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4E296E5-7F6B-6F3E-E478-230815830DAF}"/>
                </a:ext>
              </a:extLst>
            </p:cNvPr>
            <p:cNvSpPr txBox="1"/>
            <p:nvPr/>
          </p:nvSpPr>
          <p:spPr>
            <a:xfrm>
              <a:off x="5380002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/>
                <a:t>Lessons learned and if w</a:t>
              </a:r>
              <a:r>
                <a:rPr lang="en-US" sz="2400" dirty="0"/>
                <a:t>e had additional time</a:t>
              </a:r>
              <a:endParaRPr lang="en-US" sz="24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0500D0-CF6B-7FC6-331A-F5AFEBA9C297}"/>
              </a:ext>
            </a:extLst>
          </p:cNvPr>
          <p:cNvGrpSpPr/>
          <p:nvPr/>
        </p:nvGrpSpPr>
        <p:grpSpPr>
          <a:xfrm>
            <a:off x="6926979" y="2060328"/>
            <a:ext cx="1026503" cy="1026503"/>
            <a:chOff x="6088778" y="806997"/>
            <a:chExt cx="1026503" cy="1026503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86360B8-6553-11C8-2F21-DB869F7CA2F9}"/>
                </a:ext>
              </a:extLst>
            </p:cNvPr>
            <p:cNvSpPr/>
            <p:nvPr/>
          </p:nvSpPr>
          <p:spPr>
            <a:xfrm>
              <a:off x="6088778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3862025"/>
                <a:satOff val="-9954"/>
                <a:lumOff val="-6723"/>
                <a:alphaOff val="0"/>
              </a:schemeClr>
            </a:lnRef>
            <a:fillRef idx="3">
              <a:schemeClr val="accent5">
                <a:hueOff val="-3862025"/>
                <a:satOff val="-9954"/>
                <a:lumOff val="-6723"/>
                <a:alphaOff val="0"/>
              </a:schemeClr>
            </a:fillRef>
            <a:effectRef idx="2">
              <a:schemeClr val="accent5">
                <a:hueOff val="-3862025"/>
                <a:satOff val="-9954"/>
                <a:lumOff val="-6723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16">
              <a:extLst>
                <a:ext uri="{FF2B5EF4-FFF2-40B4-BE49-F238E27FC236}">
                  <a16:creationId xmlns:a16="http://schemas.microsoft.com/office/drawing/2014/main" id="{1AA8097C-D26A-B6D1-6CF6-43B893F9E785}"/>
                </a:ext>
              </a:extLst>
            </p:cNvPr>
            <p:cNvSpPr txBox="1"/>
            <p:nvPr/>
          </p:nvSpPr>
          <p:spPr>
            <a:xfrm>
              <a:off x="6239106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3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F1218-FB42-C644-F51B-1AFFCF51C873}"/>
              </a:ext>
            </a:extLst>
          </p:cNvPr>
          <p:cNvSpPr/>
          <p:nvPr/>
        </p:nvSpPr>
        <p:spPr>
          <a:xfrm>
            <a:off x="6218203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4827531"/>
              <a:satOff val="-12442"/>
              <a:lumOff val="-8404"/>
              <a:alphaOff val="0"/>
            </a:schemeClr>
          </a:lnRef>
          <a:fillRef idx="3">
            <a:schemeClr val="accent5">
              <a:hueOff val="-4827531"/>
              <a:satOff val="-12442"/>
              <a:lumOff val="-8404"/>
              <a:alphaOff val="0"/>
            </a:schemeClr>
          </a:fillRef>
          <a:effectRef idx="2">
            <a:schemeClr val="accent5">
              <a:hueOff val="-4827531"/>
              <a:satOff val="-12442"/>
              <a:lumOff val="-840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AD5B05-0028-D5E6-8819-5792D18A031B}"/>
              </a:ext>
            </a:extLst>
          </p:cNvPr>
          <p:cNvGrpSpPr/>
          <p:nvPr/>
        </p:nvGrpSpPr>
        <p:grpSpPr>
          <a:xfrm>
            <a:off x="8906664" y="1718161"/>
            <a:ext cx="2444055" cy="3421677"/>
            <a:chOff x="8068463" y="464830"/>
            <a:chExt cx="2444055" cy="342167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022F8AE-3DFC-23EF-540B-697142D50D8A}"/>
                </a:ext>
              </a:extLst>
            </p:cNvPr>
            <p:cNvSpPr/>
            <p:nvPr/>
          </p:nvSpPr>
          <p:spPr>
            <a:xfrm>
              <a:off x="8068463" y="464830"/>
              <a:ext cx="2444055" cy="3421677"/>
            </a:xfrm>
            <a:prstGeom prst="rect">
              <a:avLst/>
            </a:prstGeom>
          </p:spPr>
          <p:style>
            <a:ln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lnRef>
            <a:fillRef idx="1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fillRef>
            <a:effectRef idx="0">
              <a:schemeClr val="accent5">
                <a:tint val="40000"/>
                <a:alpha val="90000"/>
                <a:hueOff val="-6739762"/>
                <a:satOff val="-22832"/>
                <a:lumOff val="-292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32806D1-E06B-8AD0-D71F-CB274734549E}"/>
                </a:ext>
              </a:extLst>
            </p:cNvPr>
            <p:cNvSpPr txBox="1"/>
            <p:nvPr/>
          </p:nvSpPr>
          <p:spPr>
            <a:xfrm>
              <a:off x="8068463" y="1765067"/>
              <a:ext cx="2444055" cy="20530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48" tIns="330200" rIns="190548" bIns="33020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Demonstration</a:t>
              </a:r>
              <a:endParaRPr lang="en-US" sz="2400" kern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2174D5-0EE4-82AB-CB4E-5EB0B9053F56}"/>
              </a:ext>
            </a:extLst>
          </p:cNvPr>
          <p:cNvGrpSpPr/>
          <p:nvPr/>
        </p:nvGrpSpPr>
        <p:grpSpPr>
          <a:xfrm>
            <a:off x="9615440" y="2060328"/>
            <a:ext cx="1026503" cy="1026503"/>
            <a:chOff x="8777239" y="806997"/>
            <a:chExt cx="1026503" cy="10265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7152891-CE45-2C69-AE0C-1C080858EB3F}"/>
                </a:ext>
              </a:extLst>
            </p:cNvPr>
            <p:cNvSpPr/>
            <p:nvPr/>
          </p:nvSpPr>
          <p:spPr>
            <a:xfrm>
              <a:off x="8777239" y="806997"/>
              <a:ext cx="1026503" cy="1026503"/>
            </a:xfrm>
            <a:prstGeom prst="ellipse">
              <a:avLst/>
            </a:prstGeom>
          </p:spPr>
          <p:style>
            <a:lnRef idx="1">
              <a:schemeClr val="accent5">
                <a:hueOff val="-5793037"/>
                <a:satOff val="-14931"/>
                <a:lumOff val="-10084"/>
                <a:alphaOff val="0"/>
              </a:schemeClr>
            </a:lnRef>
            <a:fillRef idx="3">
              <a:schemeClr val="accent5">
                <a:hueOff val="-5793037"/>
                <a:satOff val="-14931"/>
                <a:lumOff val="-10084"/>
                <a:alphaOff val="0"/>
              </a:schemeClr>
            </a:fillRef>
            <a:effectRef idx="2">
              <a:schemeClr val="accent5">
                <a:hueOff val="-5793037"/>
                <a:satOff val="-14931"/>
                <a:lumOff val="-1008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Oval 21">
              <a:extLst>
                <a:ext uri="{FF2B5EF4-FFF2-40B4-BE49-F238E27FC236}">
                  <a16:creationId xmlns:a16="http://schemas.microsoft.com/office/drawing/2014/main" id="{07825BF3-EE5E-AB52-22DF-69EE296FE926}"/>
                </a:ext>
              </a:extLst>
            </p:cNvPr>
            <p:cNvSpPr txBox="1"/>
            <p:nvPr/>
          </p:nvSpPr>
          <p:spPr>
            <a:xfrm>
              <a:off x="8927567" y="957325"/>
              <a:ext cx="725847" cy="7258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30" tIns="12700" rIns="80030" bIns="12700" numCol="1" spcCol="1270" anchor="ctr" anchorCtr="0">
              <a:noAutofit/>
            </a:bodyPr>
            <a:lstStyle/>
            <a:p>
              <a:pPr marL="0" lvl="0" indent="0" algn="ctr" defTabSz="2133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kern="1200"/>
                <a:t>4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007ED3A-93C7-69F2-AFC4-B14CB18C0C86}"/>
              </a:ext>
            </a:extLst>
          </p:cNvPr>
          <p:cNvSpPr/>
          <p:nvPr/>
        </p:nvSpPr>
        <p:spPr>
          <a:xfrm>
            <a:off x="8906664" y="5139766"/>
            <a:ext cx="2444055" cy="72"/>
          </a:xfrm>
          <a:prstGeom prst="rect">
            <a:avLst/>
          </a:prstGeom>
        </p:spPr>
        <p:style>
          <a:lnRef idx="1">
            <a:schemeClr val="accent5">
              <a:hueOff val="-6758543"/>
              <a:satOff val="-17419"/>
              <a:lumOff val="-11765"/>
              <a:alphaOff val="0"/>
            </a:schemeClr>
          </a:lnRef>
          <a:fillRef idx="3">
            <a:schemeClr val="accent5">
              <a:hueOff val="-6758543"/>
              <a:satOff val="-17419"/>
              <a:lumOff val="-11765"/>
              <a:alphaOff val="0"/>
            </a:schemeClr>
          </a:fillRef>
          <a:effectRef idx="2">
            <a:schemeClr val="accent5">
              <a:hueOff val="-6758543"/>
              <a:satOff val="-17419"/>
              <a:lumOff val="-11765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D028D45-41D9-57B2-8E3D-B6BF28655691}"/>
              </a:ext>
            </a:extLst>
          </p:cNvPr>
          <p:cNvSpPr txBox="1">
            <a:spLocks/>
          </p:cNvSpPr>
          <p:nvPr/>
        </p:nvSpPr>
        <p:spPr>
          <a:xfrm>
            <a:off x="378759" y="1746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2762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CFCFD-958D-5EB7-4D6B-24F4E5D2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442" y="201115"/>
            <a:ext cx="9867331" cy="1167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Dollar Doodle Team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D3EB9-872A-1FFC-3B58-A6B736C98A20}"/>
              </a:ext>
            </a:extLst>
          </p:cNvPr>
          <p:cNvSpPr txBox="1"/>
          <p:nvPr/>
        </p:nvSpPr>
        <p:spPr>
          <a:xfrm>
            <a:off x="1589965" y="5777350"/>
            <a:ext cx="9021170" cy="540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solidFill>
                  <a:srgbClr val="FFFFFF"/>
                </a:solidFill>
              </a:rPr>
              <a:t>Contact Us: dollardoodledev@gmail.com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D0D190-26FA-B607-612A-3AFDA829AC26}"/>
              </a:ext>
            </a:extLst>
          </p:cNvPr>
          <p:cNvGrpSpPr/>
          <p:nvPr/>
        </p:nvGrpSpPr>
        <p:grpSpPr>
          <a:xfrm>
            <a:off x="4367421" y="1589109"/>
            <a:ext cx="3183054" cy="1342837"/>
            <a:chOff x="2713210" y="-286895"/>
            <a:chExt cx="3713932" cy="22647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83C729-DD4F-25C2-E192-A074152F1504}"/>
                </a:ext>
              </a:extLst>
            </p:cNvPr>
            <p:cNvSpPr/>
            <p:nvPr/>
          </p:nvSpPr>
          <p:spPr>
            <a:xfrm>
              <a:off x="2713210" y="-248362"/>
              <a:ext cx="3710285" cy="2226171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85338D7-8472-81F1-F35A-8C0D41FBF8FE}"/>
                </a:ext>
              </a:extLst>
            </p:cNvPr>
            <p:cNvSpPr txBox="1"/>
            <p:nvPr/>
          </p:nvSpPr>
          <p:spPr>
            <a:xfrm>
              <a:off x="2716857" y="-286895"/>
              <a:ext cx="3710285" cy="2226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Alex Hildreth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alexh1219@gmail.com</a:t>
              </a:r>
              <a:endParaRPr lang="en-US" sz="16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Project Manager</a:t>
              </a:r>
              <a:endParaRPr lang="en-US" sz="2400" b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00C015-36CA-478B-E33F-5E8076958465}"/>
              </a:ext>
            </a:extLst>
          </p:cNvPr>
          <p:cNvGrpSpPr/>
          <p:nvPr/>
        </p:nvGrpSpPr>
        <p:grpSpPr>
          <a:xfrm>
            <a:off x="7550475" y="2952613"/>
            <a:ext cx="3183053" cy="2574735"/>
            <a:chOff x="4388088" y="1221204"/>
            <a:chExt cx="3713932" cy="406257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02B0FC-28BA-002B-37E3-9B9FC6DAB110}"/>
                </a:ext>
              </a:extLst>
            </p:cNvPr>
            <p:cNvSpPr/>
            <p:nvPr/>
          </p:nvSpPr>
          <p:spPr>
            <a:xfrm>
              <a:off x="4391735" y="1221204"/>
              <a:ext cx="3710285" cy="406257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1654278"/>
                <a:satOff val="-8885"/>
                <a:lumOff val="3039"/>
                <a:alphaOff val="0"/>
              </a:schemeClr>
            </a:fillRef>
            <a:effectRef idx="0">
              <a:schemeClr val="accent5">
                <a:hueOff val="-1654278"/>
                <a:satOff val="-8885"/>
                <a:lumOff val="303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F86F95-D9D8-1EBE-7C14-A6CB8E1449EE}"/>
                </a:ext>
              </a:extLst>
            </p:cNvPr>
            <p:cNvSpPr txBox="1"/>
            <p:nvPr/>
          </p:nvSpPr>
          <p:spPr>
            <a:xfrm>
              <a:off x="4388088" y="1683716"/>
              <a:ext cx="3710286" cy="30042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Roumaysae </a:t>
              </a:r>
              <a:r>
                <a:rPr lang="en-US" sz="2350" b="1" kern="1200" dirty="0" err="1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Jerari</a:t>
              </a:r>
              <a:endParaRPr lang="en-US" sz="2350" b="1" kern="1200" dirty="0">
                <a:solidFill>
                  <a:prstClr val="black"/>
                </a:solidFill>
                <a:latin typeface="Times New Roman"/>
                <a:ea typeface="+mn-ea"/>
                <a:cs typeface="Times New Roman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dirty="0">
                  <a:solidFill>
                    <a:prstClr val="black"/>
                  </a:solidFill>
                  <a:latin typeface="Times New Roman"/>
                  <a:cs typeface="Times New Roman"/>
                </a:rPr>
                <a:t>j</a:t>
              </a:r>
              <a:r>
                <a:rPr lang="en-US" sz="1600" b="1" kern="1200" dirty="0">
                  <a:solidFill>
                    <a:prstClr val="black"/>
                  </a:solidFill>
                  <a:latin typeface="Times New Roman"/>
                  <a:cs typeface="Times New Roman"/>
                </a:rPr>
                <a:t>erai.roumaysae@gmail.com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50" b="1" kern="1200" dirty="0">
                  <a:solidFill>
                    <a:prstClr val="black"/>
                  </a:solidFill>
                  <a:latin typeface="Times New Roman"/>
                  <a:ea typeface="+mn-ea"/>
                  <a:cs typeface="Times New Roman"/>
                </a:rPr>
                <a:t>Eva Buesse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b="1" kern="1200" dirty="0">
                  <a:solidFill>
                    <a:prstClr val="black"/>
                  </a:solidFill>
                  <a:latin typeface="Times New Roman"/>
                  <a:cs typeface="Times New Roman"/>
                </a:rPr>
                <a:t>Buesse7310@gmail.com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>
                  <a:solidFill>
                    <a:prstClr val="white"/>
                  </a:solidFill>
                  <a:latin typeface="Times New Roman"/>
                  <a:ea typeface="+mn-ea"/>
                  <a:cs typeface="Times New Roman"/>
                </a:rPr>
                <a:t> Back End </a:t>
              </a:r>
              <a:r>
                <a:rPr lang="en-US" sz="2000" dirty="0">
                  <a:solidFill>
                    <a:prstClr val="white"/>
                  </a:solidFill>
                  <a:latin typeface="Times New Roman"/>
                  <a:cs typeface="Times New Roman"/>
                </a:rPr>
                <a:t>Development</a:t>
              </a:r>
              <a:endParaRPr lang="en-US" sz="2400" b="0" kern="12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B2BCC7-492A-2F5D-3F0C-3A41962A8E27}"/>
              </a:ext>
            </a:extLst>
          </p:cNvPr>
          <p:cNvGrpSpPr/>
          <p:nvPr/>
        </p:nvGrpSpPr>
        <p:grpSpPr>
          <a:xfrm>
            <a:off x="1191097" y="2952613"/>
            <a:ext cx="3179927" cy="2578608"/>
            <a:chOff x="32570" y="1086936"/>
            <a:chExt cx="3971262" cy="415224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FF0013-40A3-D6EB-145E-8D28BEC13B7B}"/>
                </a:ext>
              </a:extLst>
            </p:cNvPr>
            <p:cNvSpPr/>
            <p:nvPr/>
          </p:nvSpPr>
          <p:spPr>
            <a:xfrm>
              <a:off x="32570" y="1086936"/>
              <a:ext cx="3971262" cy="415224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308557"/>
                <a:satOff val="-17770"/>
                <a:lumOff val="6078"/>
                <a:alphaOff val="0"/>
              </a:schemeClr>
            </a:fillRef>
            <a:effectRef idx="0">
              <a:schemeClr val="accent5">
                <a:hueOff val="-3308557"/>
                <a:satOff val="-17770"/>
                <a:lumOff val="607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CC887C-C0B1-00E1-E8F1-869679641A1A}"/>
                </a:ext>
              </a:extLst>
            </p:cNvPr>
            <p:cNvSpPr txBox="1"/>
            <p:nvPr/>
          </p:nvSpPr>
          <p:spPr>
            <a:xfrm>
              <a:off x="208565" y="1176606"/>
              <a:ext cx="3604657" cy="40424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6680" tIns="106680" rIns="106680" bIns="106680" numCol="1" spcCol="1270" anchor="ctr" anchorCtr="0">
              <a:noAutofit/>
            </a:bodyPr>
            <a:lstStyle/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Nick Schott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sz="238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kern="1200" dirty="0">
                  <a:solidFill>
                    <a:prstClr val="black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Daniel Austin</a:t>
              </a: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8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en-US" sz="238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 defTabSz="90678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40" kern="1200" dirty="0">
                  <a:solidFill>
                    <a:prstClr val="white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Front End Development</a:t>
              </a:r>
              <a:endParaRPr lang="en-US" sz="2400" b="0" kern="1200" dirty="0"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44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9670C-FC32-3137-6DED-159D6944C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84" y="732531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What is Dollar Doodle?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23E3-498C-D4FE-9B86-3273FD82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767" y="726783"/>
            <a:ext cx="6055142" cy="5468744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This is an innovative personal finance tracker that:</a:t>
            </a:r>
            <a:endParaRPr lang="en-US" dirty="0"/>
          </a:p>
          <a:p>
            <a:pPr marL="0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Helps users keep track of their spending.</a:t>
            </a:r>
          </a:p>
          <a:p>
            <a:pPr marL="457200" lvl="1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Allows receipt scanning to make inputting transactions quicker.</a:t>
            </a:r>
          </a:p>
          <a:p>
            <a:pPr marL="457200" lvl="1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cs typeface="Times New Roman"/>
              </a:rPr>
              <a:t>Gives AI suggestions to help the user improve their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352232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FF2B5-852A-EDD0-B073-AF428128E22C}"/>
              </a:ext>
            </a:extLst>
          </p:cNvPr>
          <p:cNvSpPr>
            <a:spLocks noGrp="1"/>
          </p:cNvSpPr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000" dirty="0">
                <a:solidFill>
                  <a:srgbClr val="FFFFFF"/>
                </a:solidFill>
              </a:rPr>
              <a:t>Feature Preview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904E228-37A9-5E59-B124-879E5B338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031738"/>
              </p:ext>
            </p:extLst>
          </p:nvPr>
        </p:nvGraphicFramePr>
        <p:xfrm>
          <a:off x="855945" y="1555315"/>
          <a:ext cx="10486333" cy="530476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007227">
                  <a:extLst>
                    <a:ext uri="{9D8B030D-6E8A-4147-A177-3AD203B41FA5}">
                      <a16:colId xmlns:a16="http://schemas.microsoft.com/office/drawing/2014/main" val="3772628775"/>
                    </a:ext>
                  </a:extLst>
                </a:gridCol>
                <a:gridCol w="6479106">
                  <a:extLst>
                    <a:ext uri="{9D8B030D-6E8A-4147-A177-3AD203B41FA5}">
                      <a16:colId xmlns:a16="http://schemas.microsoft.com/office/drawing/2014/main" val="2490960019"/>
                    </a:ext>
                  </a:extLst>
                </a:gridCol>
              </a:tblGrid>
              <a:tr h="77902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2000" b="1" cap="none" spc="3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1" cap="none" spc="3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0" marR="11639" marT="204803" marB="20480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425611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📷 Receipt Upload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Scan receipts with </a:t>
                      </a:r>
                      <a:r>
                        <a:rPr lang="en-US" sz="1500" b="0" cap="none" spc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Veryfi</a:t>
                      </a: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 OCR.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723029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💰 Expense Tracking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Manual or automatic transaction entry.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19952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🤖 AI Insights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Smart spending analysis and suggestions.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0412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✏️ Edit Transactions</a:t>
                      </a:r>
                    </a:p>
                  </a:txBody>
                  <a:tcPr marL="58196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Update expenses and incomes anytime.</a:t>
                      </a:r>
                    </a:p>
                  </a:txBody>
                  <a:tcPr marL="58196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236696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📊 Dashboard</a:t>
                      </a:r>
                    </a:p>
                  </a:txBody>
                  <a:tcPr marL="0" marR="327685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5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View balance and transaction history with pagination and filters</a:t>
                      </a:r>
                    </a:p>
                  </a:txBody>
                  <a:tcPr marL="0" marR="196611" marT="204803" marB="20480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716087"/>
                  </a:ext>
                </a:extLst>
              </a:tr>
              <a:tr h="754290"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 noProof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📈</a:t>
                      </a: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Graphs</a:t>
                      </a:r>
                    </a:p>
                  </a:txBody>
                  <a:tcPr marL="0" marR="327685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500" b="0" kern="120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Visuals for the users.</a:t>
                      </a:r>
                    </a:p>
                  </a:txBody>
                  <a:tcPr marL="0" marR="196610" marT="204802" marB="20480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276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2ECCF-FC3D-2EBC-86D7-73C2C84D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8276" y="2497930"/>
            <a:ext cx="4788202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4000"/>
              <a:t>Lessons learned</a:t>
            </a:r>
          </a:p>
        </p:txBody>
      </p:sp>
      <p:pic>
        <p:nvPicPr>
          <p:cNvPr id="13" name="Graphic 12" descr="Head with Gears">
            <a:extLst>
              <a:ext uri="{FF2B5EF4-FFF2-40B4-BE49-F238E27FC236}">
                <a16:creationId xmlns:a16="http://schemas.microsoft.com/office/drawing/2014/main" id="{78A3ADFD-8ABE-137C-C1D5-E47E78C99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9962" y="990337"/>
            <a:ext cx="1168400" cy="1168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BD65A-8469-E0CF-7D54-F38ABADF6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414" y="560916"/>
            <a:ext cx="7153147" cy="53848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AI inaccuracy issues: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Do not blindly trust AI.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Check over the code it gives you.</a:t>
            </a:r>
          </a:p>
          <a:p>
            <a:pPr marL="457200" lvl="1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Veryfi categories: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Could not get it to categorize.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Mapped to </a:t>
            </a:r>
            <a:r>
              <a:rPr lang="en-US" sz="2000" err="1">
                <a:latin typeface="Times New Roman"/>
                <a:cs typeface="Times New Roman"/>
              </a:rPr>
              <a:t>Veryfi</a:t>
            </a:r>
            <a:r>
              <a:rPr lang="en-US" sz="2000">
                <a:latin typeface="Times New Roman"/>
                <a:cs typeface="Times New Roman"/>
              </a:rPr>
              <a:t> given categories.</a:t>
            </a:r>
          </a:p>
          <a:p>
            <a:pPr marL="457200" lvl="1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solidFill>
                  <a:srgbClr val="FF0000"/>
                </a:solidFill>
                <a:latin typeface="Times New Roman"/>
                <a:cs typeface="Times New Roman"/>
              </a:rPr>
              <a:t>Testing:</a:t>
            </a:r>
            <a:endParaRPr lang="en-US" sz="20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There is a lot of situations to test.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Times New Roman"/>
                <a:cs typeface="Times New Roman"/>
              </a:rPr>
              <a:t>Having multiple accounts with different amount of data helps.</a:t>
            </a:r>
          </a:p>
          <a:p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421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58BA3-F5E3-BE07-FD03-20E8CBA5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" y="2369541"/>
            <a:ext cx="4526306" cy="34694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If additional time had </a:t>
            </a:r>
            <a:br>
              <a:rPr lang="en-US" sz="32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n-US" sz="3200">
                <a:solidFill>
                  <a:srgbClr val="FFFFFF"/>
                </a:solidFill>
                <a:ea typeface="+mj-lt"/>
                <a:cs typeface="+mj-lt"/>
              </a:rPr>
              <a:t>been available ...</a:t>
            </a:r>
          </a:p>
          <a:p>
            <a:endParaRPr lang="en-US" sz="4000" kern="12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3EFDA-8AC3-4EF4-F3D5-7B06BDA6A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554" y="1715190"/>
            <a:ext cx="7207246" cy="35782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Enhance the graphs to give betters visuals and apply filters.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Perfect the receipt scanner categorization.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Create a budgets page so a user could set a desired budget.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cs typeface="Times New Roman"/>
              </a:rPr>
              <a:t>Mass deletes for selected transactions</a:t>
            </a:r>
          </a:p>
        </p:txBody>
      </p:sp>
    </p:spTree>
    <p:extLst>
      <p:ext uri="{BB962C8B-B14F-4D97-AF65-F5344CB8AC3E}">
        <p14:creationId xmlns:p14="http://schemas.microsoft.com/office/powerpoint/2010/main" val="23265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D5DA7-6CEC-BDC0-17C0-206350CEA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74C2D-71CF-4986-4F5E-69F1F839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691" y="373930"/>
            <a:ext cx="4977976" cy="1454051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54AF-2FE5-54A5-F419-2C41FC5F7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95" y="576269"/>
            <a:ext cx="7346108" cy="59181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Dollar Doodle is more than just a regular personal finance application:</a:t>
            </a: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We use AI insights to help the users make better financial decisions.</a:t>
            </a:r>
          </a:p>
          <a:p>
            <a:pPr marL="457200" lvl="1" indent="0">
              <a:buNone/>
            </a:pP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User friendly interface allows for easy use of the application.</a:t>
            </a:r>
          </a:p>
          <a:p>
            <a:pPr marL="457200" lvl="1" indent="0">
              <a:buNone/>
            </a:pPr>
            <a:endParaRPr lang="en-US" sz="2000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latin typeface="Times New Roman"/>
                <a:cs typeface="Times New Roman"/>
              </a:rPr>
              <a:t>Many features that we covered that makes it easier to use.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DB4E9CA7-FD10-13FF-E089-74B59DD0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400" y="1592782"/>
            <a:ext cx="4343096" cy="288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2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336</Words>
  <Application>Microsoft Office PowerPoint</Application>
  <PresentationFormat>Widescreen</PresentationFormat>
  <Paragraphs>89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quote-cjk-patch</vt:lpstr>
      <vt:lpstr>Times New Roman</vt:lpstr>
      <vt:lpstr>Office Theme</vt:lpstr>
      <vt:lpstr>PowerPoint Presentation</vt:lpstr>
      <vt:lpstr>PowerPoint Presentation</vt:lpstr>
      <vt:lpstr>Dollar Doodle Team</vt:lpstr>
      <vt:lpstr>What is Dollar Doodle?</vt:lpstr>
      <vt:lpstr>PowerPoint Presentation</vt:lpstr>
      <vt:lpstr>Lessons learned</vt:lpstr>
      <vt:lpstr>If additional time had  been available ...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Austin</dc:creator>
  <cp:lastModifiedBy>Alex Hildreth</cp:lastModifiedBy>
  <cp:revision>3</cp:revision>
  <dcterms:created xsi:type="dcterms:W3CDTF">2026-04-13T12:09:21Z</dcterms:created>
  <dcterms:modified xsi:type="dcterms:W3CDTF">2026-05-05T23:51:15Z</dcterms:modified>
</cp:coreProperties>
</file>