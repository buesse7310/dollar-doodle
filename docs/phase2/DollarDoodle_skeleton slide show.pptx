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17B2C7-B4B7-4481-932F-FD2660F33318}" v="2" dt="2026-03-16T19:09:19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4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 Buesse" userId="2749d49e1a2f14e9" providerId="LiveId" clId="{1B98C844-A2F6-4664-9304-FA71B5CCD8E5}"/>
    <pc:docChg chg="undo custSel addSld modSld">
      <pc:chgData name="Eva Buesse" userId="2749d49e1a2f14e9" providerId="LiveId" clId="{1B98C844-A2F6-4664-9304-FA71B5CCD8E5}" dt="2026-03-16T19:10:56.067" v="51" actId="26606"/>
      <pc:docMkLst>
        <pc:docMk/>
      </pc:docMkLst>
      <pc:sldChg chg="addSp modSp mod">
        <pc:chgData name="Eva Buesse" userId="2749d49e1a2f14e9" providerId="LiveId" clId="{1B98C844-A2F6-4664-9304-FA71B5CCD8E5}" dt="2026-03-16T19:08:22.624" v="3" actId="14100"/>
        <pc:sldMkLst>
          <pc:docMk/>
          <pc:sldMk cId="0" sldId="261"/>
        </pc:sldMkLst>
        <pc:picChg chg="add mod">
          <ac:chgData name="Eva Buesse" userId="2749d49e1a2f14e9" providerId="LiveId" clId="{1B98C844-A2F6-4664-9304-FA71B5CCD8E5}" dt="2026-03-16T19:08:22.624" v="3" actId="14100"/>
          <ac:picMkLst>
            <pc:docMk/>
            <pc:sldMk cId="0" sldId="261"/>
            <ac:picMk id="5" creationId="{C2F3EF50-BC84-14D3-F51D-0EA430057989}"/>
          </ac:picMkLst>
        </pc:picChg>
      </pc:sldChg>
      <pc:sldChg chg="addSp delSp modSp new mod setBg addAnim delAnim">
        <pc:chgData name="Eva Buesse" userId="2749d49e1a2f14e9" providerId="LiveId" clId="{1B98C844-A2F6-4664-9304-FA71B5CCD8E5}" dt="2026-03-16T19:10:56.067" v="51" actId="26606"/>
        <pc:sldMkLst>
          <pc:docMk/>
          <pc:sldMk cId="824911674" sldId="268"/>
        </pc:sldMkLst>
        <pc:spChg chg="mod">
          <ac:chgData name="Eva Buesse" userId="2749d49e1a2f14e9" providerId="LiveId" clId="{1B98C844-A2F6-4664-9304-FA71B5CCD8E5}" dt="2026-03-16T19:10:56.067" v="51" actId="26606"/>
          <ac:spMkLst>
            <pc:docMk/>
            <pc:sldMk cId="824911674" sldId="268"/>
            <ac:spMk id="2" creationId="{2E973926-5E68-29E2-CB76-C89ED870A88C}"/>
          </ac:spMkLst>
        </pc:spChg>
        <pc:spChg chg="mod">
          <ac:chgData name="Eva Buesse" userId="2749d49e1a2f14e9" providerId="LiveId" clId="{1B98C844-A2F6-4664-9304-FA71B5CCD8E5}" dt="2026-03-16T19:10:56.067" v="51" actId="26606"/>
          <ac:spMkLst>
            <pc:docMk/>
            <pc:sldMk cId="824911674" sldId="268"/>
            <ac:spMk id="3" creationId="{7F09FFD7-C419-669C-84C1-275F664B85CE}"/>
          </ac:spMkLst>
        </pc:spChg>
        <pc:spChg chg="add del">
          <ac:chgData name="Eva Buesse" userId="2749d49e1a2f14e9" providerId="LiveId" clId="{1B98C844-A2F6-4664-9304-FA71B5CCD8E5}" dt="2026-03-16T19:10:56.067" v="51" actId="26606"/>
          <ac:spMkLst>
            <pc:docMk/>
            <pc:sldMk cId="824911674" sldId="268"/>
            <ac:spMk id="9" creationId="{B210AC1D-4063-4C6E-9528-FA9C4C0C18E6}"/>
          </ac:spMkLst>
        </pc:spChg>
        <pc:spChg chg="add del">
          <ac:chgData name="Eva Buesse" userId="2749d49e1a2f14e9" providerId="LiveId" clId="{1B98C844-A2F6-4664-9304-FA71B5CCD8E5}" dt="2026-03-16T19:10:56.067" v="51" actId="26606"/>
          <ac:spMkLst>
            <pc:docMk/>
            <pc:sldMk cId="824911674" sldId="268"/>
            <ac:spMk id="11" creationId="{02F8C595-E68C-4306-AED8-DC7826A0A506}"/>
          </ac:spMkLst>
        </pc:spChg>
        <pc:picChg chg="add del">
          <ac:chgData name="Eva Buesse" userId="2749d49e1a2f14e9" providerId="LiveId" clId="{1B98C844-A2F6-4664-9304-FA71B5CCD8E5}" dt="2026-03-16T19:10:56.067" v="51" actId="26606"/>
          <ac:picMkLst>
            <pc:docMk/>
            <pc:sldMk cId="824911674" sldId="268"/>
            <ac:picMk id="5" creationId="{AAD0D096-1C76-9D2D-97E3-FCB13CFC8E78}"/>
          </ac:picMkLst>
        </pc:picChg>
      </pc:sldChg>
      <pc:sldChg chg="addSp modSp new mod">
        <pc:chgData name="Eva Buesse" userId="2749d49e1a2f14e9" providerId="LiveId" clId="{1B98C844-A2F6-4664-9304-FA71B5CCD8E5}" dt="2026-03-16T19:09:51.371" v="33" actId="14100"/>
        <pc:sldMkLst>
          <pc:docMk/>
          <pc:sldMk cId="3334380768" sldId="269"/>
        </pc:sldMkLst>
        <pc:spChg chg="mod">
          <ac:chgData name="Eva Buesse" userId="2749d49e1a2f14e9" providerId="LiveId" clId="{1B98C844-A2F6-4664-9304-FA71B5CCD8E5}" dt="2026-03-16T19:09:19.211" v="17"/>
          <ac:spMkLst>
            <pc:docMk/>
            <pc:sldMk cId="3334380768" sldId="269"/>
            <ac:spMk id="2" creationId="{B8119FD9-0CB9-71FA-2BE6-887EABC01056}"/>
          </ac:spMkLst>
        </pc:spChg>
        <pc:spChg chg="mod">
          <ac:chgData name="Eva Buesse" userId="2749d49e1a2f14e9" providerId="LiveId" clId="{1B98C844-A2F6-4664-9304-FA71B5CCD8E5}" dt="2026-03-16T19:09:27.146" v="28" actId="20577"/>
          <ac:spMkLst>
            <pc:docMk/>
            <pc:sldMk cId="3334380768" sldId="269"/>
            <ac:spMk id="3" creationId="{4B8A8FB1-53D1-DE17-C70A-6F1C8120A1CC}"/>
          </ac:spMkLst>
        </pc:spChg>
        <pc:picChg chg="add mod">
          <ac:chgData name="Eva Buesse" userId="2749d49e1a2f14e9" providerId="LiveId" clId="{1B98C844-A2F6-4664-9304-FA71B5CCD8E5}" dt="2026-03-16T19:09:51.371" v="33" actId="14100"/>
          <ac:picMkLst>
            <pc:docMk/>
            <pc:sldMk cId="3334380768" sldId="269"/>
            <ac:picMk id="5" creationId="{591A1CBC-E8FB-E3A1-C1E7-9607A4F4967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Dollar Doodle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Course:</a:t>
            </a:r>
          </a:p>
          <a:p>
            <a:r>
              <a:t>Instructor:</a:t>
            </a:r>
          </a:p>
          <a:p>
            <a:r>
              <a:t>Date:</a:t>
            </a:r>
          </a:p>
          <a:p>
            <a:r>
              <a:t>Team Members: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Dollar Doodle?</a:t>
            </a:r>
          </a:p>
          <a:p>
            <a:r>
              <a:t>Problem it solves</a:t>
            </a:r>
          </a:p>
          <a:p>
            <a:r>
              <a:t>Target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objectives of the system</a:t>
            </a:r>
          </a:p>
          <a:p>
            <a:r>
              <a:t>Key features users will benefit from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the application works</a:t>
            </a:r>
          </a:p>
          <a:p>
            <a:r>
              <a:t>High‑level workflow of the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Screenshots or mockups</a:t>
            </a:r>
          </a:p>
          <a:p>
            <a:r>
              <a:t>How users interact with the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 used</a:t>
            </a:r>
          </a:p>
          <a:p>
            <a:r>
              <a:t>Key fields</a:t>
            </a:r>
          </a:p>
          <a:p>
            <a:r>
              <a:t>ER diagram or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3EF50-BC84-14D3-F51D-0EA430057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3314700"/>
            <a:ext cx="8229600" cy="2803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3926-5E68-29E2-CB76-C89ED870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FFD7-C419-669C-84C1-275F664B8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Fields</a:t>
            </a:r>
          </a:p>
        </p:txBody>
      </p:sp>
    </p:spTree>
    <p:extLst>
      <p:ext uri="{BB962C8B-B14F-4D97-AF65-F5344CB8AC3E}">
        <p14:creationId xmlns:p14="http://schemas.microsoft.com/office/powerpoint/2010/main" val="82491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9FD9-0CB9-71FA-2BE6-887EABC0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A8FB1-53D1-DE17-C70A-6F1C8120A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ERD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A1CBC-E8FB-E3A1-C1E7-9607A4F49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133600"/>
            <a:ext cx="3276600" cy="417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80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Backend /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processing logic</a:t>
            </a:r>
          </a:p>
          <a:p>
            <a:r>
              <a:t>Important functions or scripts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Analysis / 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Reports or charts generated</a:t>
            </a:r>
          </a:p>
          <a:p>
            <a:r>
              <a:t>Budget or spending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Testing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Issues encountered</a:t>
            </a:r>
          </a:p>
          <a:p>
            <a:r>
              <a:t>How the team solved them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/ Example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the system working</a:t>
            </a:r>
          </a:p>
          <a:p>
            <a:r>
              <a:t>Example user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upgrades</a:t>
            </a:r>
          </a:p>
          <a:p>
            <a:r>
              <a:t>New features that could be added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project</a:t>
            </a:r>
          </a:p>
          <a:p>
            <a:r>
              <a:t>What the team learned</a:t>
            </a:r>
          </a:p>
          <a:p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142</Words>
  <Application>Microsoft Office PowerPoint</Application>
  <PresentationFormat>On-screen Show (4:3)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Dollar Doodle Project</vt:lpstr>
      <vt:lpstr>Project Overview</vt:lpstr>
      <vt:lpstr>Project Goals</vt:lpstr>
      <vt:lpstr>System Concept</vt:lpstr>
      <vt:lpstr>User Interface</vt:lpstr>
      <vt:lpstr>Database Design</vt:lpstr>
      <vt:lpstr>Database Design</vt:lpstr>
      <vt:lpstr>Database Design</vt:lpstr>
      <vt:lpstr>Backend / Logic</vt:lpstr>
      <vt:lpstr>Data Analysis / Features </vt:lpstr>
      <vt:lpstr>Testing &amp; Challenges</vt:lpstr>
      <vt:lpstr>Live Demo / Example Use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Buesse</dc:creator>
  <cp:keywords/>
  <dc:description>generated using python-pptx</dc:description>
  <cp:lastModifiedBy>Eva Buesse</cp:lastModifiedBy>
  <cp:revision>2</cp:revision>
  <dcterms:created xsi:type="dcterms:W3CDTF">2013-01-27T09:14:16Z</dcterms:created>
  <dcterms:modified xsi:type="dcterms:W3CDTF">2026-03-16T19:11:04Z</dcterms:modified>
  <cp:category/>
</cp:coreProperties>
</file>