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15"/>
  </p:notesMasterIdLst>
  <p:sldIdLst>
    <p:sldId id="266" r:id="rId2"/>
    <p:sldId id="256" r:id="rId3"/>
    <p:sldId id="257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5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6"/>
    <p:restoredTop sz="94720"/>
  </p:normalViewPr>
  <p:slideViewPr>
    <p:cSldViewPr snapToGrid="0" snapToObjects="1">
      <p:cViewPr varScale="1">
        <p:scale>
          <a:sx n="101" d="100"/>
          <a:sy n="101" d="100"/>
        </p:scale>
        <p:origin x="177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7.png"/><Relationship Id="rId7" Type="http://schemas.openxmlformats.org/officeDocument/2006/relationships/image" Target="../media/image26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0.png"/><Relationship Id="rId7" Type="http://schemas.openxmlformats.org/officeDocument/2006/relationships/image" Target="../media/image17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7.png"/><Relationship Id="rId7" Type="http://schemas.openxmlformats.org/officeDocument/2006/relationships/image" Target="../media/image26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0.png"/><Relationship Id="rId7" Type="http://schemas.openxmlformats.org/officeDocument/2006/relationships/image" Target="../media/image17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91FE52-7FF5-49C0-9B0D-C4A6B7A1D22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6800DF4-26FA-487A-9448-106A8DA90108}">
      <dgm:prSet custT="1"/>
      <dgm:spPr/>
      <dgm:t>
        <a:bodyPr/>
        <a:lstStyle/>
        <a:p>
          <a:pPr algn="ctr"/>
          <a:r>
            <a:rPr lang="en-US" sz="30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Project Manager</a:t>
          </a:r>
        </a:p>
      </dgm:t>
    </dgm:pt>
    <dgm:pt modelId="{623379AD-3BF9-45DC-BF10-0C397036011B}" type="parTrans" cxnId="{D04DB3BF-730B-470F-B09B-468850C1DDE5}">
      <dgm:prSet/>
      <dgm:spPr/>
      <dgm:t>
        <a:bodyPr/>
        <a:lstStyle/>
        <a:p>
          <a:endParaRPr lang="en-US"/>
        </a:p>
      </dgm:t>
    </dgm:pt>
    <dgm:pt modelId="{FC3F2513-0C91-4D43-9BC4-A56EA92A787C}" type="sibTrans" cxnId="{D04DB3BF-730B-470F-B09B-468850C1DDE5}">
      <dgm:prSet/>
      <dgm:spPr/>
      <dgm:t>
        <a:bodyPr/>
        <a:lstStyle/>
        <a:p>
          <a:endParaRPr lang="en-US"/>
        </a:p>
      </dgm:t>
    </dgm:pt>
    <dgm:pt modelId="{38B4F4DF-EF24-4747-9F9D-25CD6F23AA41}">
      <dgm:prSet custT="1"/>
      <dgm:spPr/>
      <dgm:t>
        <a:bodyPr/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Alex Hildreth</a:t>
          </a:r>
        </a:p>
      </dgm:t>
    </dgm:pt>
    <dgm:pt modelId="{8A2AAD50-6A75-42F5-9A78-A2A34533C2DD}" type="parTrans" cxnId="{4AB72AE6-D8A8-48AF-B312-6D89D87C589C}">
      <dgm:prSet/>
      <dgm:spPr/>
      <dgm:t>
        <a:bodyPr/>
        <a:lstStyle/>
        <a:p>
          <a:endParaRPr lang="en-US"/>
        </a:p>
      </dgm:t>
    </dgm:pt>
    <dgm:pt modelId="{F6BFB996-BA23-4E9D-8F59-5303ADF91D97}" type="sibTrans" cxnId="{4AB72AE6-D8A8-48AF-B312-6D89D87C589C}">
      <dgm:prSet/>
      <dgm:spPr/>
      <dgm:t>
        <a:bodyPr/>
        <a:lstStyle/>
        <a:p>
          <a:endParaRPr lang="en-US"/>
        </a:p>
      </dgm:t>
    </dgm:pt>
    <dgm:pt modelId="{FBDC2CE2-2634-4A9E-87C0-F77CB2F7A485}">
      <dgm:prSet custT="1"/>
      <dgm:spPr/>
      <dgm:t>
        <a:bodyPr/>
        <a:lstStyle/>
        <a:p>
          <a:pPr algn="ctr"/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Developers</a:t>
          </a:r>
        </a:p>
      </dgm:t>
    </dgm:pt>
    <dgm:pt modelId="{CDB08051-3FE7-4D77-BEB5-C3922736FD88}" type="parTrans" cxnId="{4CAABA40-7649-4289-AC3A-1A31031EEC0A}">
      <dgm:prSet/>
      <dgm:spPr/>
      <dgm:t>
        <a:bodyPr/>
        <a:lstStyle/>
        <a:p>
          <a:endParaRPr lang="en-US"/>
        </a:p>
      </dgm:t>
    </dgm:pt>
    <dgm:pt modelId="{76658DF1-E484-4840-9B4D-1A91BFF92100}" type="sibTrans" cxnId="{4CAABA40-7649-4289-AC3A-1A31031EEC0A}">
      <dgm:prSet/>
      <dgm:spPr/>
      <dgm:t>
        <a:bodyPr/>
        <a:lstStyle/>
        <a:p>
          <a:endParaRPr lang="en-US"/>
        </a:p>
      </dgm:t>
    </dgm:pt>
    <dgm:pt modelId="{A05688F7-71BC-47B9-BEBE-2F62C23D1794}">
      <dgm:prSet custT="1"/>
      <dgm:spPr/>
      <dgm:t>
        <a:bodyPr/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Roumaysae Jerari</a:t>
          </a:r>
        </a:p>
      </dgm:t>
    </dgm:pt>
    <dgm:pt modelId="{72B578B4-43A1-4680-B769-05A6C39CEE25}" type="parTrans" cxnId="{FF0F5DAD-3567-46AB-9CFE-7DF8E8D290FD}">
      <dgm:prSet/>
      <dgm:spPr/>
      <dgm:t>
        <a:bodyPr/>
        <a:lstStyle/>
        <a:p>
          <a:endParaRPr lang="en-US"/>
        </a:p>
      </dgm:t>
    </dgm:pt>
    <dgm:pt modelId="{1FC3B0A9-0409-4543-91BD-EAD1A41A6A5C}" type="sibTrans" cxnId="{FF0F5DAD-3567-46AB-9CFE-7DF8E8D290FD}">
      <dgm:prSet/>
      <dgm:spPr/>
      <dgm:t>
        <a:bodyPr/>
        <a:lstStyle/>
        <a:p>
          <a:endParaRPr lang="en-US"/>
        </a:p>
      </dgm:t>
    </dgm:pt>
    <dgm:pt modelId="{5BD3C212-7973-4D1F-8BFF-DF7ABFEAE6A6}">
      <dgm:prSet custT="1"/>
      <dgm:spPr/>
      <dgm:t>
        <a:bodyPr/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Nick Schott</a:t>
          </a:r>
        </a:p>
      </dgm:t>
    </dgm:pt>
    <dgm:pt modelId="{04A78BDE-9B14-45D9-9DB1-1A1B54163824}" type="parTrans" cxnId="{6C4E5EBD-D725-4490-ABA1-4423E5A49997}">
      <dgm:prSet/>
      <dgm:spPr/>
      <dgm:t>
        <a:bodyPr/>
        <a:lstStyle/>
        <a:p>
          <a:endParaRPr lang="en-US"/>
        </a:p>
      </dgm:t>
    </dgm:pt>
    <dgm:pt modelId="{DAEA982B-B735-4956-90E4-1D44F8D385D1}" type="sibTrans" cxnId="{6C4E5EBD-D725-4490-ABA1-4423E5A49997}">
      <dgm:prSet/>
      <dgm:spPr/>
      <dgm:t>
        <a:bodyPr/>
        <a:lstStyle/>
        <a:p>
          <a:endParaRPr lang="en-US"/>
        </a:p>
      </dgm:t>
    </dgm:pt>
    <dgm:pt modelId="{59D0744E-FE73-4CF7-914E-E273385D4C3A}">
      <dgm:prSet custT="1"/>
      <dgm:spPr/>
      <dgm:t>
        <a:bodyPr/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Eva Buesse</a:t>
          </a:r>
        </a:p>
      </dgm:t>
    </dgm:pt>
    <dgm:pt modelId="{5FFB7158-D13C-4BF6-81DA-64396F8ACF9E}" type="parTrans" cxnId="{F07D5878-91FE-4158-A2A1-6FDD65233FA4}">
      <dgm:prSet/>
      <dgm:spPr/>
      <dgm:t>
        <a:bodyPr/>
        <a:lstStyle/>
        <a:p>
          <a:endParaRPr lang="en-US"/>
        </a:p>
      </dgm:t>
    </dgm:pt>
    <dgm:pt modelId="{7C16EF36-051C-428F-9C75-9C5C743CEB03}" type="sibTrans" cxnId="{F07D5878-91FE-4158-A2A1-6FDD65233FA4}">
      <dgm:prSet/>
      <dgm:spPr/>
      <dgm:t>
        <a:bodyPr/>
        <a:lstStyle/>
        <a:p>
          <a:endParaRPr lang="en-US"/>
        </a:p>
      </dgm:t>
    </dgm:pt>
    <dgm:pt modelId="{4405BFAE-1573-4A22-834B-4C1C146FB007}">
      <dgm:prSet custT="1"/>
      <dgm:spPr/>
      <dgm:t>
        <a:bodyPr/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Daniel Austin</a:t>
          </a:r>
        </a:p>
      </dgm:t>
    </dgm:pt>
    <dgm:pt modelId="{BD60024F-6C8B-48BB-85BC-F4E9B9A9FB2F}" type="parTrans" cxnId="{7C05AB0B-DB76-4240-AD16-C0DC8EE6C5B0}">
      <dgm:prSet/>
      <dgm:spPr/>
      <dgm:t>
        <a:bodyPr/>
        <a:lstStyle/>
        <a:p>
          <a:endParaRPr lang="en-US"/>
        </a:p>
      </dgm:t>
    </dgm:pt>
    <dgm:pt modelId="{AA2831B5-B452-4F57-876B-6CA6DDF82439}" type="sibTrans" cxnId="{7C05AB0B-DB76-4240-AD16-C0DC8EE6C5B0}">
      <dgm:prSet/>
      <dgm:spPr/>
      <dgm:t>
        <a:bodyPr/>
        <a:lstStyle/>
        <a:p>
          <a:endParaRPr lang="en-US"/>
        </a:p>
      </dgm:t>
    </dgm:pt>
    <dgm:pt modelId="{90FE887F-05C2-4067-ACD2-C1E3524797D8}" type="pres">
      <dgm:prSet presAssocID="{3E91FE52-7FF5-49C0-9B0D-C4A6B7A1D22D}" presName="linear" presStyleCnt="0">
        <dgm:presLayoutVars>
          <dgm:animLvl val="lvl"/>
          <dgm:resizeHandles val="exact"/>
        </dgm:presLayoutVars>
      </dgm:prSet>
      <dgm:spPr/>
    </dgm:pt>
    <dgm:pt modelId="{541C3473-F6E0-4A3B-A6C9-C1C97F1F6A03}" type="pres">
      <dgm:prSet presAssocID="{36800DF4-26FA-487A-9448-106A8DA9010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543BC33-A45E-4019-AAD3-786E22E421D5}" type="pres">
      <dgm:prSet presAssocID="{36800DF4-26FA-487A-9448-106A8DA90108}" presName="childText" presStyleLbl="revTx" presStyleIdx="0" presStyleCnt="2">
        <dgm:presLayoutVars>
          <dgm:bulletEnabled val="1"/>
        </dgm:presLayoutVars>
      </dgm:prSet>
      <dgm:spPr/>
    </dgm:pt>
    <dgm:pt modelId="{1055C6DD-9AC0-4937-9B23-DF821E0392C7}" type="pres">
      <dgm:prSet presAssocID="{FBDC2CE2-2634-4A9E-87C0-F77CB2F7A48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D187E06-91CD-40CA-8581-A84159FE61AC}" type="pres">
      <dgm:prSet presAssocID="{FBDC2CE2-2634-4A9E-87C0-F77CB2F7A48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C05AB0B-DB76-4240-AD16-C0DC8EE6C5B0}" srcId="{FBDC2CE2-2634-4A9E-87C0-F77CB2F7A485}" destId="{4405BFAE-1573-4A22-834B-4C1C146FB007}" srcOrd="3" destOrd="0" parTransId="{BD60024F-6C8B-48BB-85BC-F4E9B9A9FB2F}" sibTransId="{AA2831B5-B452-4F57-876B-6CA6DDF82439}"/>
    <dgm:cxn modelId="{E07D150C-5538-4384-82B9-F1A98BAD2956}" type="presOf" srcId="{5BD3C212-7973-4D1F-8BFF-DF7ABFEAE6A6}" destId="{DD187E06-91CD-40CA-8581-A84159FE61AC}" srcOrd="0" destOrd="1" presId="urn:microsoft.com/office/officeart/2005/8/layout/vList2"/>
    <dgm:cxn modelId="{8DE68E28-A488-4FE9-89BE-F08CA3339D55}" type="presOf" srcId="{4405BFAE-1573-4A22-834B-4C1C146FB007}" destId="{DD187E06-91CD-40CA-8581-A84159FE61AC}" srcOrd="0" destOrd="3" presId="urn:microsoft.com/office/officeart/2005/8/layout/vList2"/>
    <dgm:cxn modelId="{4CAABA40-7649-4289-AC3A-1A31031EEC0A}" srcId="{3E91FE52-7FF5-49C0-9B0D-C4A6B7A1D22D}" destId="{FBDC2CE2-2634-4A9E-87C0-F77CB2F7A485}" srcOrd="1" destOrd="0" parTransId="{CDB08051-3FE7-4D77-BEB5-C3922736FD88}" sibTransId="{76658DF1-E484-4840-9B4D-1A91BFF92100}"/>
    <dgm:cxn modelId="{F07D5878-91FE-4158-A2A1-6FDD65233FA4}" srcId="{FBDC2CE2-2634-4A9E-87C0-F77CB2F7A485}" destId="{59D0744E-FE73-4CF7-914E-E273385D4C3A}" srcOrd="2" destOrd="0" parTransId="{5FFB7158-D13C-4BF6-81DA-64396F8ACF9E}" sibTransId="{7C16EF36-051C-428F-9C75-9C5C743CEB03}"/>
    <dgm:cxn modelId="{84741582-F38F-4056-AA12-4DC1260D4DE4}" type="presOf" srcId="{FBDC2CE2-2634-4A9E-87C0-F77CB2F7A485}" destId="{1055C6DD-9AC0-4937-9B23-DF821E0392C7}" srcOrd="0" destOrd="0" presId="urn:microsoft.com/office/officeart/2005/8/layout/vList2"/>
    <dgm:cxn modelId="{348B6288-1CEF-4C51-8744-C90980249914}" type="presOf" srcId="{36800DF4-26FA-487A-9448-106A8DA90108}" destId="{541C3473-F6E0-4A3B-A6C9-C1C97F1F6A03}" srcOrd="0" destOrd="0" presId="urn:microsoft.com/office/officeart/2005/8/layout/vList2"/>
    <dgm:cxn modelId="{00FA728E-8AB3-4B67-84F4-EBDE05E205DD}" type="presOf" srcId="{59D0744E-FE73-4CF7-914E-E273385D4C3A}" destId="{DD187E06-91CD-40CA-8581-A84159FE61AC}" srcOrd="0" destOrd="2" presId="urn:microsoft.com/office/officeart/2005/8/layout/vList2"/>
    <dgm:cxn modelId="{FF0F5DAD-3567-46AB-9CFE-7DF8E8D290FD}" srcId="{FBDC2CE2-2634-4A9E-87C0-F77CB2F7A485}" destId="{A05688F7-71BC-47B9-BEBE-2F62C23D1794}" srcOrd="0" destOrd="0" parTransId="{72B578B4-43A1-4680-B769-05A6C39CEE25}" sibTransId="{1FC3B0A9-0409-4543-91BD-EAD1A41A6A5C}"/>
    <dgm:cxn modelId="{F3B739B4-4D69-429F-B312-11FBD77B503F}" type="presOf" srcId="{38B4F4DF-EF24-4747-9F9D-25CD6F23AA41}" destId="{B543BC33-A45E-4019-AAD3-786E22E421D5}" srcOrd="0" destOrd="0" presId="urn:microsoft.com/office/officeart/2005/8/layout/vList2"/>
    <dgm:cxn modelId="{6C4E5EBD-D725-4490-ABA1-4423E5A49997}" srcId="{FBDC2CE2-2634-4A9E-87C0-F77CB2F7A485}" destId="{5BD3C212-7973-4D1F-8BFF-DF7ABFEAE6A6}" srcOrd="1" destOrd="0" parTransId="{04A78BDE-9B14-45D9-9DB1-1A1B54163824}" sibTransId="{DAEA982B-B735-4956-90E4-1D44F8D385D1}"/>
    <dgm:cxn modelId="{D04DB3BF-730B-470F-B09B-468850C1DDE5}" srcId="{3E91FE52-7FF5-49C0-9B0D-C4A6B7A1D22D}" destId="{36800DF4-26FA-487A-9448-106A8DA90108}" srcOrd="0" destOrd="0" parTransId="{623379AD-3BF9-45DC-BF10-0C397036011B}" sibTransId="{FC3F2513-0C91-4D43-9BC4-A56EA92A787C}"/>
    <dgm:cxn modelId="{1EB2D6C6-1443-438B-BA27-524116F5F389}" type="presOf" srcId="{3E91FE52-7FF5-49C0-9B0D-C4A6B7A1D22D}" destId="{90FE887F-05C2-4067-ACD2-C1E3524797D8}" srcOrd="0" destOrd="0" presId="urn:microsoft.com/office/officeart/2005/8/layout/vList2"/>
    <dgm:cxn modelId="{823E30CF-B42D-496D-93D2-EB43BEB04CB5}" type="presOf" srcId="{A05688F7-71BC-47B9-BEBE-2F62C23D1794}" destId="{DD187E06-91CD-40CA-8581-A84159FE61AC}" srcOrd="0" destOrd="0" presId="urn:microsoft.com/office/officeart/2005/8/layout/vList2"/>
    <dgm:cxn modelId="{4AB72AE6-D8A8-48AF-B312-6D89D87C589C}" srcId="{36800DF4-26FA-487A-9448-106A8DA90108}" destId="{38B4F4DF-EF24-4747-9F9D-25CD6F23AA41}" srcOrd="0" destOrd="0" parTransId="{8A2AAD50-6A75-42F5-9A78-A2A34533C2DD}" sibTransId="{F6BFB996-BA23-4E9D-8F59-5303ADF91D97}"/>
    <dgm:cxn modelId="{A7C279B3-8928-4C22-AE63-5A2494D887A6}" type="presParOf" srcId="{90FE887F-05C2-4067-ACD2-C1E3524797D8}" destId="{541C3473-F6E0-4A3B-A6C9-C1C97F1F6A03}" srcOrd="0" destOrd="0" presId="urn:microsoft.com/office/officeart/2005/8/layout/vList2"/>
    <dgm:cxn modelId="{3A4D0910-D366-408D-925D-DF3E9D5C405E}" type="presParOf" srcId="{90FE887F-05C2-4067-ACD2-C1E3524797D8}" destId="{B543BC33-A45E-4019-AAD3-786E22E421D5}" srcOrd="1" destOrd="0" presId="urn:microsoft.com/office/officeart/2005/8/layout/vList2"/>
    <dgm:cxn modelId="{24F28A9C-D8AE-4F29-A94F-E897698FF642}" type="presParOf" srcId="{90FE887F-05C2-4067-ACD2-C1E3524797D8}" destId="{1055C6DD-9AC0-4937-9B23-DF821E0392C7}" srcOrd="2" destOrd="0" presId="urn:microsoft.com/office/officeart/2005/8/layout/vList2"/>
    <dgm:cxn modelId="{BBB885A9-DF52-4D05-90E9-0221655AEFF3}" type="presParOf" srcId="{90FE887F-05C2-4067-ACD2-C1E3524797D8}" destId="{DD187E06-91CD-40CA-8581-A84159FE61A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AB9A70-A997-4946-A829-B5C7CEE6310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BA6E391-C60B-4206-8D0E-140D29B82B21}">
      <dgm:prSet/>
      <dgm:spPr/>
      <dgm:t>
        <a:bodyPr/>
        <a:lstStyle/>
        <a:p>
          <a:r>
            <a:rPr lang="en-US" b="0" i="0" dirty="0"/>
            <a:t>The Universal moment of frustration was the spark for our Idea : The personal struggle with money management.</a:t>
          </a:r>
          <a:endParaRPr lang="en-US" dirty="0"/>
        </a:p>
      </dgm:t>
    </dgm:pt>
    <dgm:pt modelId="{3B8A7430-C741-419B-A633-57F96BF0FAD4}" type="parTrans" cxnId="{C7006374-D6C9-4AD0-872A-12E358864C14}">
      <dgm:prSet/>
      <dgm:spPr/>
      <dgm:t>
        <a:bodyPr/>
        <a:lstStyle/>
        <a:p>
          <a:endParaRPr lang="en-US"/>
        </a:p>
      </dgm:t>
    </dgm:pt>
    <dgm:pt modelId="{96C2CD35-328F-4986-A284-4AA9002AC050}" type="sibTrans" cxnId="{C7006374-D6C9-4AD0-872A-12E358864C14}">
      <dgm:prSet/>
      <dgm:spPr/>
      <dgm:t>
        <a:bodyPr/>
        <a:lstStyle/>
        <a:p>
          <a:endParaRPr lang="en-US"/>
        </a:p>
      </dgm:t>
    </dgm:pt>
    <dgm:pt modelId="{218D1405-9ED7-4E83-BEF4-CD4303669A8D}">
      <dgm:prSet/>
      <dgm:spPr/>
      <dgm:t>
        <a:bodyPr/>
        <a:lstStyle/>
        <a:p>
          <a:r>
            <a:rPr lang="en-US" b="0" i="0" dirty="0"/>
            <a:t>Too many people overspend simply because they aren't paying attention.</a:t>
          </a:r>
          <a:endParaRPr lang="en-US" dirty="0"/>
        </a:p>
      </dgm:t>
    </dgm:pt>
    <dgm:pt modelId="{B92BDC40-CA3D-4650-8876-6780A4BDD057}" type="parTrans" cxnId="{2C5DA958-C46D-4DAC-9934-1D3D9E3B3607}">
      <dgm:prSet/>
      <dgm:spPr/>
      <dgm:t>
        <a:bodyPr/>
        <a:lstStyle/>
        <a:p>
          <a:endParaRPr lang="en-US"/>
        </a:p>
      </dgm:t>
    </dgm:pt>
    <dgm:pt modelId="{133A6142-3C16-40E6-8143-4CBF523D4826}" type="sibTrans" cxnId="{2C5DA958-C46D-4DAC-9934-1D3D9E3B3607}">
      <dgm:prSet/>
      <dgm:spPr/>
      <dgm:t>
        <a:bodyPr/>
        <a:lstStyle/>
        <a:p>
          <a:endParaRPr lang="en-US"/>
        </a:p>
      </dgm:t>
    </dgm:pt>
    <dgm:pt modelId="{3FD5AE1D-6A0C-4308-B80F-3BF54228D3D3}">
      <dgm:prSet/>
      <dgm:spPr/>
      <dgm:t>
        <a:bodyPr/>
        <a:lstStyle/>
        <a:p>
          <a:r>
            <a:rPr lang="en-US" b="0" i="0" dirty="0"/>
            <a:t>We set out to build a tracker that is simple, practical, and effortless to use.</a:t>
          </a:r>
          <a:br>
            <a:rPr lang="en-US" dirty="0"/>
          </a:br>
          <a:endParaRPr lang="en-US" dirty="0"/>
        </a:p>
      </dgm:t>
    </dgm:pt>
    <dgm:pt modelId="{14D09BCA-4739-4D67-A38D-FA928E59C064}" type="parTrans" cxnId="{841EAAE2-7524-4466-8BF1-45C04464C19B}">
      <dgm:prSet/>
      <dgm:spPr/>
      <dgm:t>
        <a:bodyPr/>
        <a:lstStyle/>
        <a:p>
          <a:endParaRPr lang="en-US"/>
        </a:p>
      </dgm:t>
    </dgm:pt>
    <dgm:pt modelId="{9667FD6B-D5ED-4318-AD76-345FD3183E59}" type="sibTrans" cxnId="{841EAAE2-7524-4466-8BF1-45C04464C19B}">
      <dgm:prSet/>
      <dgm:spPr/>
      <dgm:t>
        <a:bodyPr/>
        <a:lstStyle/>
        <a:p>
          <a:endParaRPr lang="en-US"/>
        </a:p>
      </dgm:t>
    </dgm:pt>
    <dgm:pt modelId="{AD01D2BC-4CBB-4475-8C12-64A865565B63}" type="pres">
      <dgm:prSet presAssocID="{BCAB9A70-A997-4946-A829-B5C7CEE63103}" presName="linear" presStyleCnt="0">
        <dgm:presLayoutVars>
          <dgm:animLvl val="lvl"/>
          <dgm:resizeHandles val="exact"/>
        </dgm:presLayoutVars>
      </dgm:prSet>
      <dgm:spPr/>
    </dgm:pt>
    <dgm:pt modelId="{9A228B81-F6FF-4C4C-9856-C993D70A3E6A}" type="pres">
      <dgm:prSet presAssocID="{8BA6E391-C60B-4206-8D0E-140D29B82B2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C52096D-E727-47B9-BA3B-9C59028DAF45}" type="pres">
      <dgm:prSet presAssocID="{96C2CD35-328F-4986-A284-4AA9002AC050}" presName="spacer" presStyleCnt="0"/>
      <dgm:spPr/>
    </dgm:pt>
    <dgm:pt modelId="{3A4AD6A9-2515-49B0-9523-0969BDEA4735}" type="pres">
      <dgm:prSet presAssocID="{218D1405-9ED7-4E83-BEF4-CD4303669A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8DCDB71-0A14-4E84-BE63-A6055BA906B2}" type="pres">
      <dgm:prSet presAssocID="{133A6142-3C16-40E6-8143-4CBF523D4826}" presName="spacer" presStyleCnt="0"/>
      <dgm:spPr/>
    </dgm:pt>
    <dgm:pt modelId="{B1F93D2F-08C8-4DE6-AC56-EAF1A99CDCE2}" type="pres">
      <dgm:prSet presAssocID="{3FD5AE1D-6A0C-4308-B80F-3BF54228D3D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D865825-933B-4C27-B80E-381C183CE9C2}" type="presOf" srcId="{218D1405-9ED7-4E83-BEF4-CD4303669A8D}" destId="{3A4AD6A9-2515-49B0-9523-0969BDEA4735}" srcOrd="0" destOrd="0" presId="urn:microsoft.com/office/officeart/2005/8/layout/vList2"/>
    <dgm:cxn modelId="{31EC274C-269F-4219-8ED9-B7DD2F547266}" type="presOf" srcId="{BCAB9A70-A997-4946-A829-B5C7CEE63103}" destId="{AD01D2BC-4CBB-4475-8C12-64A865565B63}" srcOrd="0" destOrd="0" presId="urn:microsoft.com/office/officeart/2005/8/layout/vList2"/>
    <dgm:cxn modelId="{C7006374-D6C9-4AD0-872A-12E358864C14}" srcId="{BCAB9A70-A997-4946-A829-B5C7CEE63103}" destId="{8BA6E391-C60B-4206-8D0E-140D29B82B21}" srcOrd="0" destOrd="0" parTransId="{3B8A7430-C741-419B-A633-57F96BF0FAD4}" sibTransId="{96C2CD35-328F-4986-A284-4AA9002AC050}"/>
    <dgm:cxn modelId="{707E9B77-E925-4EBF-990A-D4E2E7F78EC3}" type="presOf" srcId="{8BA6E391-C60B-4206-8D0E-140D29B82B21}" destId="{9A228B81-F6FF-4C4C-9856-C993D70A3E6A}" srcOrd="0" destOrd="0" presId="urn:microsoft.com/office/officeart/2005/8/layout/vList2"/>
    <dgm:cxn modelId="{2C5DA958-C46D-4DAC-9934-1D3D9E3B3607}" srcId="{BCAB9A70-A997-4946-A829-B5C7CEE63103}" destId="{218D1405-9ED7-4E83-BEF4-CD4303669A8D}" srcOrd="1" destOrd="0" parTransId="{B92BDC40-CA3D-4650-8876-6780A4BDD057}" sibTransId="{133A6142-3C16-40E6-8143-4CBF523D4826}"/>
    <dgm:cxn modelId="{F69781B0-D532-4C43-929E-D1B1E94DC5D7}" type="presOf" srcId="{3FD5AE1D-6A0C-4308-B80F-3BF54228D3D3}" destId="{B1F93D2F-08C8-4DE6-AC56-EAF1A99CDCE2}" srcOrd="0" destOrd="0" presId="urn:microsoft.com/office/officeart/2005/8/layout/vList2"/>
    <dgm:cxn modelId="{841EAAE2-7524-4466-8BF1-45C04464C19B}" srcId="{BCAB9A70-A997-4946-A829-B5C7CEE63103}" destId="{3FD5AE1D-6A0C-4308-B80F-3BF54228D3D3}" srcOrd="2" destOrd="0" parTransId="{14D09BCA-4739-4D67-A38D-FA928E59C064}" sibTransId="{9667FD6B-D5ED-4318-AD76-345FD3183E59}"/>
    <dgm:cxn modelId="{DCB0D779-090D-4444-BA75-DBEF8AB34963}" type="presParOf" srcId="{AD01D2BC-4CBB-4475-8C12-64A865565B63}" destId="{9A228B81-F6FF-4C4C-9856-C993D70A3E6A}" srcOrd="0" destOrd="0" presId="urn:microsoft.com/office/officeart/2005/8/layout/vList2"/>
    <dgm:cxn modelId="{8BDC7474-4D88-4CAA-9AC4-9B19355E9B1A}" type="presParOf" srcId="{AD01D2BC-4CBB-4475-8C12-64A865565B63}" destId="{9C52096D-E727-47B9-BA3B-9C59028DAF45}" srcOrd="1" destOrd="0" presId="urn:microsoft.com/office/officeart/2005/8/layout/vList2"/>
    <dgm:cxn modelId="{692A5D2E-29FD-4C3B-9B63-0E70E6C1B19A}" type="presParOf" srcId="{AD01D2BC-4CBB-4475-8C12-64A865565B63}" destId="{3A4AD6A9-2515-49B0-9523-0969BDEA4735}" srcOrd="2" destOrd="0" presId="urn:microsoft.com/office/officeart/2005/8/layout/vList2"/>
    <dgm:cxn modelId="{ED5662C7-9C3C-4009-9AAD-5166571D2B16}" type="presParOf" srcId="{AD01D2BC-4CBB-4475-8C12-64A865565B63}" destId="{B8DCDB71-0A14-4E84-BE63-A6055BA906B2}" srcOrd="3" destOrd="0" presId="urn:microsoft.com/office/officeart/2005/8/layout/vList2"/>
    <dgm:cxn modelId="{ADE828DE-F99A-4FBB-82CA-0C64FDE25129}" type="presParOf" srcId="{AD01D2BC-4CBB-4475-8C12-64A865565B63}" destId="{B1F93D2F-08C8-4DE6-AC56-EAF1A99CDCE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AB9A70-A997-4946-A829-B5C7CEE6310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BA6E391-C60B-4206-8D0E-140D29B82B21}">
      <dgm:prSet/>
      <dgm:spPr/>
      <dgm:t>
        <a:bodyPr/>
        <a:lstStyle/>
        <a:p>
          <a:r>
            <a:rPr lang="en-US" dirty="0">
              <a:solidFill>
                <a:prstClr val="white"/>
              </a:solidFill>
              <a:latin typeface="Tw Cen MT" panose="020B0602020104020603"/>
            </a:rPr>
            <a:t>Personal Spending is often a blind spot.</a:t>
          </a:r>
        </a:p>
        <a:p>
          <a:r>
            <a:rPr lang="en-US" dirty="0">
              <a:solidFill>
                <a:prstClr val="white"/>
              </a:solidFill>
              <a:latin typeface="Tw Cen MT" panose="020B0602020104020603"/>
            </a:rPr>
            <a:t>No clear picture of daily spending</a:t>
          </a:r>
          <a:endParaRPr lang="en-US" dirty="0"/>
        </a:p>
      </dgm:t>
    </dgm:pt>
    <dgm:pt modelId="{3B8A7430-C741-419B-A633-57F96BF0FAD4}" type="parTrans" cxnId="{C7006374-D6C9-4AD0-872A-12E358864C14}">
      <dgm:prSet/>
      <dgm:spPr/>
      <dgm:t>
        <a:bodyPr/>
        <a:lstStyle/>
        <a:p>
          <a:endParaRPr lang="en-US"/>
        </a:p>
      </dgm:t>
    </dgm:pt>
    <dgm:pt modelId="{96C2CD35-328F-4986-A284-4AA9002AC050}" type="sibTrans" cxnId="{C7006374-D6C9-4AD0-872A-12E358864C14}">
      <dgm:prSet/>
      <dgm:spPr/>
      <dgm:t>
        <a:bodyPr/>
        <a:lstStyle/>
        <a:p>
          <a:endParaRPr lang="en-US"/>
        </a:p>
      </dgm:t>
    </dgm:pt>
    <dgm:pt modelId="{218D1405-9ED7-4E83-BEF4-CD4303669A8D}">
      <dgm:prSet/>
      <dgm:spPr/>
      <dgm:t>
        <a:bodyPr/>
        <a:lstStyle/>
        <a:p>
          <a:r>
            <a:rPr lang="en-US" b="0" i="0" dirty="0"/>
            <a:t>Transactions are spread across Apps, Cards, and Cash.</a:t>
          </a:r>
          <a:endParaRPr lang="en-US" dirty="0"/>
        </a:p>
      </dgm:t>
    </dgm:pt>
    <dgm:pt modelId="{B92BDC40-CA3D-4650-8876-6780A4BDD057}" type="parTrans" cxnId="{2C5DA958-C46D-4DAC-9934-1D3D9E3B3607}">
      <dgm:prSet/>
      <dgm:spPr/>
      <dgm:t>
        <a:bodyPr/>
        <a:lstStyle/>
        <a:p>
          <a:endParaRPr lang="en-US"/>
        </a:p>
      </dgm:t>
    </dgm:pt>
    <dgm:pt modelId="{133A6142-3C16-40E6-8143-4CBF523D4826}" type="sibTrans" cxnId="{2C5DA958-C46D-4DAC-9934-1D3D9E3B3607}">
      <dgm:prSet/>
      <dgm:spPr/>
      <dgm:t>
        <a:bodyPr/>
        <a:lstStyle/>
        <a:p>
          <a:endParaRPr lang="en-US"/>
        </a:p>
      </dgm:t>
    </dgm:pt>
    <dgm:pt modelId="{3FD5AE1D-6A0C-4308-B80F-3BF54228D3D3}">
      <dgm:prSet/>
      <dgm:spPr/>
      <dgm:t>
        <a:bodyPr/>
        <a:lstStyle/>
        <a:p>
          <a:r>
            <a:rPr lang="en-US" dirty="0"/>
            <a:t>Existing tools are too complicated to use daily.</a:t>
          </a:r>
        </a:p>
      </dgm:t>
    </dgm:pt>
    <dgm:pt modelId="{14D09BCA-4739-4D67-A38D-FA928E59C064}" type="parTrans" cxnId="{841EAAE2-7524-4466-8BF1-45C04464C19B}">
      <dgm:prSet/>
      <dgm:spPr/>
      <dgm:t>
        <a:bodyPr/>
        <a:lstStyle/>
        <a:p>
          <a:endParaRPr lang="en-US"/>
        </a:p>
      </dgm:t>
    </dgm:pt>
    <dgm:pt modelId="{9667FD6B-D5ED-4318-AD76-345FD3183E59}" type="sibTrans" cxnId="{841EAAE2-7524-4466-8BF1-45C04464C19B}">
      <dgm:prSet/>
      <dgm:spPr/>
      <dgm:t>
        <a:bodyPr/>
        <a:lstStyle/>
        <a:p>
          <a:endParaRPr lang="en-US"/>
        </a:p>
      </dgm:t>
    </dgm:pt>
    <dgm:pt modelId="{AD01D2BC-4CBB-4475-8C12-64A865565B63}" type="pres">
      <dgm:prSet presAssocID="{BCAB9A70-A997-4946-A829-B5C7CEE63103}" presName="linear" presStyleCnt="0">
        <dgm:presLayoutVars>
          <dgm:animLvl val="lvl"/>
          <dgm:resizeHandles val="exact"/>
        </dgm:presLayoutVars>
      </dgm:prSet>
      <dgm:spPr/>
    </dgm:pt>
    <dgm:pt modelId="{9A228B81-F6FF-4C4C-9856-C993D70A3E6A}" type="pres">
      <dgm:prSet presAssocID="{8BA6E391-C60B-4206-8D0E-140D29B82B2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C52096D-E727-47B9-BA3B-9C59028DAF45}" type="pres">
      <dgm:prSet presAssocID="{96C2CD35-328F-4986-A284-4AA9002AC050}" presName="spacer" presStyleCnt="0"/>
      <dgm:spPr/>
    </dgm:pt>
    <dgm:pt modelId="{3A4AD6A9-2515-49B0-9523-0969BDEA4735}" type="pres">
      <dgm:prSet presAssocID="{218D1405-9ED7-4E83-BEF4-CD4303669A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8DCDB71-0A14-4E84-BE63-A6055BA906B2}" type="pres">
      <dgm:prSet presAssocID="{133A6142-3C16-40E6-8143-4CBF523D4826}" presName="spacer" presStyleCnt="0"/>
      <dgm:spPr/>
    </dgm:pt>
    <dgm:pt modelId="{B1F93D2F-08C8-4DE6-AC56-EAF1A99CDCE2}" type="pres">
      <dgm:prSet presAssocID="{3FD5AE1D-6A0C-4308-B80F-3BF54228D3D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D865825-933B-4C27-B80E-381C183CE9C2}" type="presOf" srcId="{218D1405-9ED7-4E83-BEF4-CD4303669A8D}" destId="{3A4AD6A9-2515-49B0-9523-0969BDEA4735}" srcOrd="0" destOrd="0" presId="urn:microsoft.com/office/officeart/2005/8/layout/vList2"/>
    <dgm:cxn modelId="{31EC274C-269F-4219-8ED9-B7DD2F547266}" type="presOf" srcId="{BCAB9A70-A997-4946-A829-B5C7CEE63103}" destId="{AD01D2BC-4CBB-4475-8C12-64A865565B63}" srcOrd="0" destOrd="0" presId="urn:microsoft.com/office/officeart/2005/8/layout/vList2"/>
    <dgm:cxn modelId="{C7006374-D6C9-4AD0-872A-12E358864C14}" srcId="{BCAB9A70-A997-4946-A829-B5C7CEE63103}" destId="{8BA6E391-C60B-4206-8D0E-140D29B82B21}" srcOrd="0" destOrd="0" parTransId="{3B8A7430-C741-419B-A633-57F96BF0FAD4}" sibTransId="{96C2CD35-328F-4986-A284-4AA9002AC050}"/>
    <dgm:cxn modelId="{707E9B77-E925-4EBF-990A-D4E2E7F78EC3}" type="presOf" srcId="{8BA6E391-C60B-4206-8D0E-140D29B82B21}" destId="{9A228B81-F6FF-4C4C-9856-C993D70A3E6A}" srcOrd="0" destOrd="0" presId="urn:microsoft.com/office/officeart/2005/8/layout/vList2"/>
    <dgm:cxn modelId="{2C5DA958-C46D-4DAC-9934-1D3D9E3B3607}" srcId="{BCAB9A70-A997-4946-A829-B5C7CEE63103}" destId="{218D1405-9ED7-4E83-BEF4-CD4303669A8D}" srcOrd="1" destOrd="0" parTransId="{B92BDC40-CA3D-4650-8876-6780A4BDD057}" sibTransId="{133A6142-3C16-40E6-8143-4CBF523D4826}"/>
    <dgm:cxn modelId="{F69781B0-D532-4C43-929E-D1B1E94DC5D7}" type="presOf" srcId="{3FD5AE1D-6A0C-4308-B80F-3BF54228D3D3}" destId="{B1F93D2F-08C8-4DE6-AC56-EAF1A99CDCE2}" srcOrd="0" destOrd="0" presId="urn:microsoft.com/office/officeart/2005/8/layout/vList2"/>
    <dgm:cxn modelId="{841EAAE2-7524-4466-8BF1-45C04464C19B}" srcId="{BCAB9A70-A997-4946-A829-B5C7CEE63103}" destId="{3FD5AE1D-6A0C-4308-B80F-3BF54228D3D3}" srcOrd="2" destOrd="0" parTransId="{14D09BCA-4739-4D67-A38D-FA928E59C064}" sibTransId="{9667FD6B-D5ED-4318-AD76-345FD3183E59}"/>
    <dgm:cxn modelId="{DCB0D779-090D-4444-BA75-DBEF8AB34963}" type="presParOf" srcId="{AD01D2BC-4CBB-4475-8C12-64A865565B63}" destId="{9A228B81-F6FF-4C4C-9856-C993D70A3E6A}" srcOrd="0" destOrd="0" presId="urn:microsoft.com/office/officeart/2005/8/layout/vList2"/>
    <dgm:cxn modelId="{8BDC7474-4D88-4CAA-9AC4-9B19355E9B1A}" type="presParOf" srcId="{AD01D2BC-4CBB-4475-8C12-64A865565B63}" destId="{9C52096D-E727-47B9-BA3B-9C59028DAF45}" srcOrd="1" destOrd="0" presId="urn:microsoft.com/office/officeart/2005/8/layout/vList2"/>
    <dgm:cxn modelId="{692A5D2E-29FD-4C3B-9B63-0E70E6C1B19A}" type="presParOf" srcId="{AD01D2BC-4CBB-4475-8C12-64A865565B63}" destId="{3A4AD6A9-2515-49B0-9523-0969BDEA4735}" srcOrd="2" destOrd="0" presId="urn:microsoft.com/office/officeart/2005/8/layout/vList2"/>
    <dgm:cxn modelId="{ED5662C7-9C3C-4009-9AAD-5166571D2B16}" type="presParOf" srcId="{AD01D2BC-4CBB-4475-8C12-64A865565B63}" destId="{B8DCDB71-0A14-4E84-BE63-A6055BA906B2}" srcOrd="3" destOrd="0" presId="urn:microsoft.com/office/officeart/2005/8/layout/vList2"/>
    <dgm:cxn modelId="{ADE828DE-F99A-4FBB-82CA-0C64FDE25129}" type="presParOf" srcId="{AD01D2BC-4CBB-4475-8C12-64A865565B63}" destId="{B1F93D2F-08C8-4DE6-AC56-EAF1A99CDCE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F6AF51F-7C5E-45F5-B69E-B56350B8D7C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2B6AA89-3F4E-4B37-AF3A-783495182A33}">
      <dgm:prSet custT="1"/>
      <dgm:spPr/>
      <dgm:t>
        <a:bodyPr/>
        <a:lstStyle/>
        <a:p>
          <a:pPr marL="0"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prstClr val="white"/>
              </a:solidFill>
              <a:latin typeface="Tw Cen MT" panose="020B0602020104020603"/>
              <a:ea typeface="+mn-ea"/>
              <a:cs typeface="+mn-cs"/>
            </a:rPr>
            <a:t>A web-based App to track spendings and build better habits.</a:t>
          </a:r>
        </a:p>
      </dgm:t>
    </dgm:pt>
    <dgm:pt modelId="{7F6ADD7B-37B0-426C-A8EF-877884E11958}" type="parTrans" cxnId="{94B34DE4-9F2F-424D-94F3-247D574EFF4E}">
      <dgm:prSet/>
      <dgm:spPr/>
      <dgm:t>
        <a:bodyPr/>
        <a:lstStyle/>
        <a:p>
          <a:endParaRPr lang="en-US"/>
        </a:p>
      </dgm:t>
    </dgm:pt>
    <dgm:pt modelId="{882A63B5-EDD9-4BA6-8722-3F3B516B1D9C}" type="sibTrans" cxnId="{94B34DE4-9F2F-424D-94F3-247D574EFF4E}">
      <dgm:prSet/>
      <dgm:spPr/>
      <dgm:t>
        <a:bodyPr/>
        <a:lstStyle/>
        <a:p>
          <a:endParaRPr lang="en-US"/>
        </a:p>
      </dgm:t>
    </dgm:pt>
    <dgm:pt modelId="{AA35641B-6E44-4BD6-8E99-3ECD23C7847D}">
      <dgm:prSet custT="1"/>
      <dgm:spPr/>
      <dgm:t>
        <a:bodyPr/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prstClr val="white"/>
              </a:solidFill>
              <a:latin typeface="Tw Cen MT" panose="020B0602020104020603"/>
              <a:ea typeface="+mn-ea"/>
              <a:cs typeface="+mn-cs"/>
            </a:rPr>
            <a:t>Log expenses by category effortlessly.</a:t>
          </a:r>
        </a:p>
      </dgm:t>
    </dgm:pt>
    <dgm:pt modelId="{983B7641-6ED3-43D0-9BD5-FC513A9B54C9}" type="parTrans" cxnId="{8B4D9459-C4FE-417A-8BD4-8C23FAF9F125}">
      <dgm:prSet/>
      <dgm:spPr/>
      <dgm:t>
        <a:bodyPr/>
        <a:lstStyle/>
        <a:p>
          <a:endParaRPr lang="en-US"/>
        </a:p>
      </dgm:t>
    </dgm:pt>
    <dgm:pt modelId="{F225B5A0-0BD2-42E1-A185-AA7314C9020B}" type="sibTrans" cxnId="{8B4D9459-C4FE-417A-8BD4-8C23FAF9F125}">
      <dgm:prSet/>
      <dgm:spPr/>
      <dgm:t>
        <a:bodyPr/>
        <a:lstStyle/>
        <a:p>
          <a:endParaRPr lang="en-US"/>
        </a:p>
      </dgm:t>
    </dgm:pt>
    <dgm:pt modelId="{513120D1-2C5A-41F1-BA8D-9B563AC63C90}">
      <dgm:prSet custT="1"/>
      <dgm:spPr/>
      <dgm:t>
        <a:bodyPr/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prstClr val="white"/>
              </a:solidFill>
              <a:latin typeface="Tw Cen MT" panose="020B0602020104020603"/>
              <a:ea typeface="+mn-ea"/>
              <a:cs typeface="+mn-cs"/>
            </a:rPr>
            <a:t>View clear summaries of your spending habits to reveal patterns.</a:t>
          </a:r>
        </a:p>
      </dgm:t>
    </dgm:pt>
    <dgm:pt modelId="{1E3D9F4C-AFF4-40D5-9BF8-50D741DD7D5F}" type="parTrans" cxnId="{9C013765-B0C8-482F-9C0A-E7149412600E}">
      <dgm:prSet/>
      <dgm:spPr/>
      <dgm:t>
        <a:bodyPr/>
        <a:lstStyle/>
        <a:p>
          <a:endParaRPr lang="en-US"/>
        </a:p>
      </dgm:t>
    </dgm:pt>
    <dgm:pt modelId="{9E0CB714-4D0B-47BE-AD2D-50D9B8B2DB83}" type="sibTrans" cxnId="{9C013765-B0C8-482F-9C0A-E7149412600E}">
      <dgm:prSet/>
      <dgm:spPr/>
      <dgm:t>
        <a:bodyPr/>
        <a:lstStyle/>
        <a:p>
          <a:endParaRPr lang="en-US"/>
        </a:p>
      </dgm:t>
    </dgm:pt>
    <dgm:pt modelId="{92AE93C9-4037-46F5-B07B-F2CCB61BCDD2}" type="pres">
      <dgm:prSet presAssocID="{BF6AF51F-7C5E-45F5-B69E-B56350B8D7CE}" presName="linear" presStyleCnt="0">
        <dgm:presLayoutVars>
          <dgm:animLvl val="lvl"/>
          <dgm:resizeHandles val="exact"/>
        </dgm:presLayoutVars>
      </dgm:prSet>
      <dgm:spPr/>
    </dgm:pt>
    <dgm:pt modelId="{B680C343-D0A2-494F-ACC5-062690B6A363}" type="pres">
      <dgm:prSet presAssocID="{92B6AA89-3F4E-4B37-AF3A-783495182A3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4E2F1D8-2A32-4CFB-8ACA-43092DBE40AA}" type="pres">
      <dgm:prSet presAssocID="{882A63B5-EDD9-4BA6-8722-3F3B516B1D9C}" presName="spacer" presStyleCnt="0"/>
      <dgm:spPr/>
    </dgm:pt>
    <dgm:pt modelId="{20DDAAD9-D533-45E5-A9C0-2E22FA23FB13}" type="pres">
      <dgm:prSet presAssocID="{AA35641B-6E44-4BD6-8E99-3ECD23C7847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850FD63-FC96-4780-86CD-65CBE9EBB857}" type="pres">
      <dgm:prSet presAssocID="{F225B5A0-0BD2-42E1-A185-AA7314C9020B}" presName="spacer" presStyleCnt="0"/>
      <dgm:spPr/>
    </dgm:pt>
    <dgm:pt modelId="{C88C231A-EA99-413E-A7E6-E0C4049BC44F}" type="pres">
      <dgm:prSet presAssocID="{513120D1-2C5A-41F1-BA8D-9B563AC63C9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E52970A-36E0-4C65-B5A5-9A73E1AB8A58}" type="presOf" srcId="{92B6AA89-3F4E-4B37-AF3A-783495182A33}" destId="{B680C343-D0A2-494F-ACC5-062690B6A363}" srcOrd="0" destOrd="0" presId="urn:microsoft.com/office/officeart/2005/8/layout/vList2"/>
    <dgm:cxn modelId="{6E3C1212-59EE-45F8-86A1-C6166E2D5F56}" type="presOf" srcId="{BF6AF51F-7C5E-45F5-B69E-B56350B8D7CE}" destId="{92AE93C9-4037-46F5-B07B-F2CCB61BCDD2}" srcOrd="0" destOrd="0" presId="urn:microsoft.com/office/officeart/2005/8/layout/vList2"/>
    <dgm:cxn modelId="{9C013765-B0C8-482F-9C0A-E7149412600E}" srcId="{BF6AF51F-7C5E-45F5-B69E-B56350B8D7CE}" destId="{513120D1-2C5A-41F1-BA8D-9B563AC63C90}" srcOrd="2" destOrd="0" parTransId="{1E3D9F4C-AFF4-40D5-9BF8-50D741DD7D5F}" sibTransId="{9E0CB714-4D0B-47BE-AD2D-50D9B8B2DB83}"/>
    <dgm:cxn modelId="{8B4D9459-C4FE-417A-8BD4-8C23FAF9F125}" srcId="{BF6AF51F-7C5E-45F5-B69E-B56350B8D7CE}" destId="{AA35641B-6E44-4BD6-8E99-3ECD23C7847D}" srcOrd="1" destOrd="0" parTransId="{983B7641-6ED3-43D0-9BD5-FC513A9B54C9}" sibTransId="{F225B5A0-0BD2-42E1-A185-AA7314C9020B}"/>
    <dgm:cxn modelId="{7B3DEA79-D75C-4BB9-978B-701F56713300}" type="presOf" srcId="{513120D1-2C5A-41F1-BA8D-9B563AC63C90}" destId="{C88C231A-EA99-413E-A7E6-E0C4049BC44F}" srcOrd="0" destOrd="0" presId="urn:microsoft.com/office/officeart/2005/8/layout/vList2"/>
    <dgm:cxn modelId="{94B34DE4-9F2F-424D-94F3-247D574EFF4E}" srcId="{BF6AF51F-7C5E-45F5-B69E-B56350B8D7CE}" destId="{92B6AA89-3F4E-4B37-AF3A-783495182A33}" srcOrd="0" destOrd="0" parTransId="{7F6ADD7B-37B0-426C-A8EF-877884E11958}" sibTransId="{882A63B5-EDD9-4BA6-8722-3F3B516B1D9C}"/>
    <dgm:cxn modelId="{F462BAEC-2CD8-48FC-BB75-A5F4E3A4C281}" type="presOf" srcId="{AA35641B-6E44-4BD6-8E99-3ECD23C7847D}" destId="{20DDAAD9-D533-45E5-A9C0-2E22FA23FB13}" srcOrd="0" destOrd="0" presId="urn:microsoft.com/office/officeart/2005/8/layout/vList2"/>
    <dgm:cxn modelId="{9782AB44-022A-441C-B389-E048B099C9BA}" type="presParOf" srcId="{92AE93C9-4037-46F5-B07B-F2CCB61BCDD2}" destId="{B680C343-D0A2-494F-ACC5-062690B6A363}" srcOrd="0" destOrd="0" presId="urn:microsoft.com/office/officeart/2005/8/layout/vList2"/>
    <dgm:cxn modelId="{10EF2DE1-74B6-4A60-A749-69E2B9316A2D}" type="presParOf" srcId="{92AE93C9-4037-46F5-B07B-F2CCB61BCDD2}" destId="{24E2F1D8-2A32-4CFB-8ACA-43092DBE40AA}" srcOrd="1" destOrd="0" presId="urn:microsoft.com/office/officeart/2005/8/layout/vList2"/>
    <dgm:cxn modelId="{CAF8939E-F545-422D-95E7-8D22B29D0B4C}" type="presParOf" srcId="{92AE93C9-4037-46F5-B07B-F2CCB61BCDD2}" destId="{20DDAAD9-D533-45E5-A9C0-2E22FA23FB13}" srcOrd="2" destOrd="0" presId="urn:microsoft.com/office/officeart/2005/8/layout/vList2"/>
    <dgm:cxn modelId="{873A30AC-213B-405E-9BF1-4487C64068BE}" type="presParOf" srcId="{92AE93C9-4037-46F5-B07B-F2CCB61BCDD2}" destId="{8850FD63-FC96-4780-86CD-65CBE9EBB857}" srcOrd="3" destOrd="0" presId="urn:microsoft.com/office/officeart/2005/8/layout/vList2"/>
    <dgm:cxn modelId="{3F95A5A3-F9BC-4DD2-9815-EAA1EBDC2D39}" type="presParOf" srcId="{92AE93C9-4037-46F5-B07B-F2CCB61BCDD2}" destId="{C88C231A-EA99-413E-A7E6-E0C4049BC44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963404-61D4-4C71-87E4-366FF4E51A56}" type="doc">
      <dgm:prSet loTypeId="urn:microsoft.com/office/officeart/2018/2/layout/IconVerticalSolidList" loCatId="icon" qsTypeId="urn:microsoft.com/office/officeart/2005/8/quickstyle/simple5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4CA2C9C-0D7F-4FB4-90EF-03B92EB11D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Front End (User Interface)</a:t>
          </a:r>
        </a:p>
      </dgm:t>
    </dgm:pt>
    <dgm:pt modelId="{7BA74CC1-638F-453C-92E0-C76B201E291B}" type="parTrans" cxnId="{94167739-1A75-48E3-9C59-5B70C4E7E9D0}">
      <dgm:prSet/>
      <dgm:spPr/>
      <dgm:t>
        <a:bodyPr/>
        <a:lstStyle/>
        <a:p>
          <a:endParaRPr lang="en-US"/>
        </a:p>
      </dgm:t>
    </dgm:pt>
    <dgm:pt modelId="{AE03B99D-6FDB-426B-B9EE-2575B7FF1659}" type="sibTrans" cxnId="{94167739-1A75-48E3-9C59-5B70C4E7E9D0}">
      <dgm:prSet/>
      <dgm:spPr/>
      <dgm:t>
        <a:bodyPr/>
        <a:lstStyle/>
        <a:p>
          <a:endParaRPr lang="en-US"/>
        </a:p>
      </dgm:t>
    </dgm:pt>
    <dgm:pt modelId="{4F924850-CA25-4123-B193-DD054AD4EF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Back End (Server &amp; APIs)</a:t>
          </a:r>
        </a:p>
      </dgm:t>
    </dgm:pt>
    <dgm:pt modelId="{FD81E7F5-C9E3-4803-A84A-14171063DF4E}" type="parTrans" cxnId="{6549DB35-519B-4109-B08B-E7D0545FE08B}">
      <dgm:prSet/>
      <dgm:spPr/>
      <dgm:t>
        <a:bodyPr/>
        <a:lstStyle/>
        <a:p>
          <a:endParaRPr lang="en-US"/>
        </a:p>
      </dgm:t>
    </dgm:pt>
    <dgm:pt modelId="{EDFAD76A-8778-4A69-B3DB-4082FFDBA5D4}" type="sibTrans" cxnId="{6549DB35-519B-4109-B08B-E7D0545FE08B}">
      <dgm:prSet/>
      <dgm:spPr/>
      <dgm:t>
        <a:bodyPr/>
        <a:lstStyle/>
        <a:p>
          <a:endParaRPr lang="en-US"/>
        </a:p>
      </dgm:t>
    </dgm:pt>
    <dgm:pt modelId="{D4F717C7-38E1-45AB-BC29-71C9BE6B83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Database</a:t>
          </a:r>
        </a:p>
      </dgm:t>
    </dgm:pt>
    <dgm:pt modelId="{50FA6103-FA91-49F5-AFB0-395723B091DD}" type="parTrans" cxnId="{ECA9318B-6EA0-4A62-9B08-33D325AC0A25}">
      <dgm:prSet/>
      <dgm:spPr/>
      <dgm:t>
        <a:bodyPr/>
        <a:lstStyle/>
        <a:p>
          <a:endParaRPr lang="en-US"/>
        </a:p>
      </dgm:t>
    </dgm:pt>
    <dgm:pt modelId="{E41241B7-F5C5-46A1-AB13-8203FFCC51A5}" type="sibTrans" cxnId="{ECA9318B-6EA0-4A62-9B08-33D325AC0A25}">
      <dgm:prSet/>
      <dgm:spPr/>
      <dgm:t>
        <a:bodyPr/>
        <a:lstStyle/>
        <a:p>
          <a:endParaRPr lang="en-US"/>
        </a:p>
      </dgm:t>
    </dgm:pt>
    <dgm:pt modelId="{93AFC64E-57B4-415D-80DF-DA266F88B6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GitHub Repository</a:t>
          </a:r>
        </a:p>
      </dgm:t>
    </dgm:pt>
    <dgm:pt modelId="{227BF92E-4581-47C4-B8D0-D7D9AFC6C315}" type="parTrans" cxnId="{6B1511E5-9B8E-4C4D-8A69-19EA3AA87DF6}">
      <dgm:prSet/>
      <dgm:spPr/>
      <dgm:t>
        <a:bodyPr/>
        <a:lstStyle/>
        <a:p>
          <a:endParaRPr lang="en-US"/>
        </a:p>
      </dgm:t>
    </dgm:pt>
    <dgm:pt modelId="{884644D2-6CA2-4C4E-909B-96E808BF1A9B}" type="sibTrans" cxnId="{6B1511E5-9B8E-4C4D-8A69-19EA3AA87DF6}">
      <dgm:prSet/>
      <dgm:spPr/>
      <dgm:t>
        <a:bodyPr/>
        <a:lstStyle/>
        <a:p>
          <a:endParaRPr lang="en-US"/>
        </a:p>
      </dgm:t>
    </dgm:pt>
    <dgm:pt modelId="{03078977-05FA-4FD9-870D-0D8AF9F2C253}" type="pres">
      <dgm:prSet presAssocID="{2D963404-61D4-4C71-87E4-366FF4E51A56}" presName="root" presStyleCnt="0">
        <dgm:presLayoutVars>
          <dgm:dir/>
          <dgm:resizeHandles val="exact"/>
        </dgm:presLayoutVars>
      </dgm:prSet>
      <dgm:spPr/>
    </dgm:pt>
    <dgm:pt modelId="{9E02DDCD-8875-499D-B548-508A761844FA}" type="pres">
      <dgm:prSet presAssocID="{54CA2C9C-0D7F-4FB4-90EF-03B92EB11D16}" presName="compNode" presStyleCnt="0"/>
      <dgm:spPr/>
    </dgm:pt>
    <dgm:pt modelId="{2496908E-4BD9-4A79-BF9F-7C5656F27A57}" type="pres">
      <dgm:prSet presAssocID="{54CA2C9C-0D7F-4FB4-90EF-03B92EB11D16}" presName="bgRect" presStyleLbl="bgShp" presStyleIdx="0" presStyleCnt="4" custLinFactNeighborX="-209" custLinFactNeighborY="-197"/>
      <dgm:spPr>
        <a:solidFill>
          <a:schemeClr val="bg1">
            <a:lumMod val="95000"/>
            <a:hueOff val="0"/>
            <a:satOff val="0"/>
            <a:lumOff val="0"/>
            <a:alpha val="40000"/>
          </a:schemeClr>
        </a:solidFill>
      </dgm:spPr>
    </dgm:pt>
    <dgm:pt modelId="{B3BDB797-1246-4C59-AFEC-F316E3647F37}" type="pres">
      <dgm:prSet presAssocID="{54CA2C9C-0D7F-4FB4-90EF-03B92EB11D1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2334A6D-3B61-46A6-99AC-7183A38D2069}" type="pres">
      <dgm:prSet presAssocID="{54CA2C9C-0D7F-4FB4-90EF-03B92EB11D16}" presName="spaceRect" presStyleCnt="0"/>
      <dgm:spPr/>
    </dgm:pt>
    <dgm:pt modelId="{5FCA5751-E4F0-4302-81D0-9181CB3FC106}" type="pres">
      <dgm:prSet presAssocID="{54CA2C9C-0D7F-4FB4-90EF-03B92EB11D16}" presName="parTx" presStyleLbl="revTx" presStyleIdx="0" presStyleCnt="4">
        <dgm:presLayoutVars>
          <dgm:chMax val="0"/>
          <dgm:chPref val="0"/>
        </dgm:presLayoutVars>
      </dgm:prSet>
      <dgm:spPr/>
    </dgm:pt>
    <dgm:pt modelId="{FA0B34BA-5C3E-4A3F-9635-BD14AA351A72}" type="pres">
      <dgm:prSet presAssocID="{AE03B99D-6FDB-426B-B9EE-2575B7FF1659}" presName="sibTrans" presStyleCnt="0"/>
      <dgm:spPr/>
    </dgm:pt>
    <dgm:pt modelId="{582E1089-AA7D-499B-A80A-C336231CD13C}" type="pres">
      <dgm:prSet presAssocID="{4F924850-CA25-4123-B193-DD054AD4EFEF}" presName="compNode" presStyleCnt="0"/>
      <dgm:spPr/>
    </dgm:pt>
    <dgm:pt modelId="{EC719B12-1736-4ABE-BFCA-E15FC654FE5D}" type="pres">
      <dgm:prSet presAssocID="{4F924850-CA25-4123-B193-DD054AD4EFEF}" presName="bgRect" presStyleLbl="bgShp" presStyleIdx="1" presStyleCnt="4" custLinFactNeighborX="-209" custLinFactNeighborY="197"/>
      <dgm:spPr>
        <a:solidFill>
          <a:schemeClr val="bg1">
            <a:lumMod val="95000"/>
            <a:hueOff val="0"/>
            <a:satOff val="0"/>
            <a:lumOff val="0"/>
            <a:alpha val="40000"/>
          </a:schemeClr>
        </a:solidFill>
      </dgm:spPr>
    </dgm:pt>
    <dgm:pt modelId="{E85908E4-501F-4F0D-921B-7894DDC2B9C8}" type="pres">
      <dgm:prSet presAssocID="{4F924850-CA25-4123-B193-DD054AD4EFE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063D375-9CA0-4C0B-9ACB-0571A8B9F81A}" type="pres">
      <dgm:prSet presAssocID="{4F924850-CA25-4123-B193-DD054AD4EFEF}" presName="spaceRect" presStyleCnt="0"/>
      <dgm:spPr/>
    </dgm:pt>
    <dgm:pt modelId="{A02D181E-31D6-45DA-B86C-4DD069DC1D29}" type="pres">
      <dgm:prSet presAssocID="{4F924850-CA25-4123-B193-DD054AD4EFEF}" presName="parTx" presStyleLbl="revTx" presStyleIdx="1" presStyleCnt="4">
        <dgm:presLayoutVars>
          <dgm:chMax val="0"/>
          <dgm:chPref val="0"/>
        </dgm:presLayoutVars>
      </dgm:prSet>
      <dgm:spPr/>
    </dgm:pt>
    <dgm:pt modelId="{F91351F4-019B-4B3F-B94F-34AB6DC8CBB2}" type="pres">
      <dgm:prSet presAssocID="{EDFAD76A-8778-4A69-B3DB-4082FFDBA5D4}" presName="sibTrans" presStyleCnt="0"/>
      <dgm:spPr/>
    </dgm:pt>
    <dgm:pt modelId="{30407CF5-23ED-4695-A3A7-6FAA096A6C43}" type="pres">
      <dgm:prSet presAssocID="{D4F717C7-38E1-45AB-BC29-71C9BE6B83FE}" presName="compNode" presStyleCnt="0"/>
      <dgm:spPr/>
    </dgm:pt>
    <dgm:pt modelId="{4DA5DEB2-7ED0-463D-B00F-FBBA3F603C1C}" type="pres">
      <dgm:prSet presAssocID="{D4F717C7-38E1-45AB-BC29-71C9BE6B83FE}" presName="bgRect" presStyleLbl="bgShp" presStyleIdx="2" presStyleCnt="4" custLinFactNeighborX="-209" custLinFactNeighborY="197"/>
      <dgm:spPr>
        <a:solidFill>
          <a:schemeClr val="bg1">
            <a:lumMod val="95000"/>
            <a:hueOff val="0"/>
            <a:satOff val="0"/>
            <a:lumOff val="0"/>
            <a:alpha val="40000"/>
          </a:schemeClr>
        </a:solidFill>
      </dgm:spPr>
    </dgm:pt>
    <dgm:pt modelId="{5EA9808D-724B-44D5-A2C3-E1BFB88A63A3}" type="pres">
      <dgm:prSet presAssocID="{D4F717C7-38E1-45AB-BC29-71C9BE6B83F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8A4E4CE-C519-4141-88F1-9449E1BA3711}" type="pres">
      <dgm:prSet presAssocID="{D4F717C7-38E1-45AB-BC29-71C9BE6B83FE}" presName="spaceRect" presStyleCnt="0"/>
      <dgm:spPr/>
    </dgm:pt>
    <dgm:pt modelId="{3E026D93-0BD5-4D78-8606-DAC9557F7D14}" type="pres">
      <dgm:prSet presAssocID="{D4F717C7-38E1-45AB-BC29-71C9BE6B83FE}" presName="parTx" presStyleLbl="revTx" presStyleIdx="2" presStyleCnt="4">
        <dgm:presLayoutVars>
          <dgm:chMax val="0"/>
          <dgm:chPref val="0"/>
        </dgm:presLayoutVars>
      </dgm:prSet>
      <dgm:spPr/>
    </dgm:pt>
    <dgm:pt modelId="{8D394054-1901-45F7-A4A0-6838C0BFE38D}" type="pres">
      <dgm:prSet presAssocID="{E41241B7-F5C5-46A1-AB13-8203FFCC51A5}" presName="sibTrans" presStyleCnt="0"/>
      <dgm:spPr/>
    </dgm:pt>
    <dgm:pt modelId="{3632F723-188F-4ECC-9C3B-496C71C27CBB}" type="pres">
      <dgm:prSet presAssocID="{93AFC64E-57B4-415D-80DF-DA266F88B68B}" presName="compNode" presStyleCnt="0"/>
      <dgm:spPr/>
    </dgm:pt>
    <dgm:pt modelId="{1BCF7FE0-CB8B-411A-A345-7892BCCB0422}" type="pres">
      <dgm:prSet presAssocID="{93AFC64E-57B4-415D-80DF-DA266F88B68B}" presName="bgRect" presStyleLbl="bgShp" presStyleIdx="3" presStyleCnt="4" custLinFactNeighborX="-209" custLinFactNeighborY="197"/>
      <dgm:spPr>
        <a:solidFill>
          <a:schemeClr val="bg1">
            <a:lumMod val="95000"/>
            <a:hueOff val="0"/>
            <a:satOff val="0"/>
            <a:lumOff val="0"/>
            <a:alpha val="40000"/>
          </a:schemeClr>
        </a:solidFill>
      </dgm:spPr>
    </dgm:pt>
    <dgm:pt modelId="{5691C96C-9E5A-4D33-B59F-C3C88E37D614}" type="pres">
      <dgm:prSet presAssocID="{93AFC64E-57B4-415D-80DF-DA266F88B68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75ABEEE-17AF-4D7A-9D6B-463A53A38043}" type="pres">
      <dgm:prSet presAssocID="{93AFC64E-57B4-415D-80DF-DA266F88B68B}" presName="spaceRect" presStyleCnt="0"/>
      <dgm:spPr/>
    </dgm:pt>
    <dgm:pt modelId="{1F0EBC21-C890-44BB-95C6-1D10DDAF65F9}" type="pres">
      <dgm:prSet presAssocID="{93AFC64E-57B4-415D-80DF-DA266F88B68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D96612C-24B5-4F55-998B-1123AA8D5C5E}" type="presOf" srcId="{4F924850-CA25-4123-B193-DD054AD4EFEF}" destId="{A02D181E-31D6-45DA-B86C-4DD069DC1D29}" srcOrd="0" destOrd="0" presId="urn:microsoft.com/office/officeart/2018/2/layout/IconVerticalSolidList"/>
    <dgm:cxn modelId="{DD92362E-BC98-4BC1-8E2A-692492C83694}" type="presOf" srcId="{D4F717C7-38E1-45AB-BC29-71C9BE6B83FE}" destId="{3E026D93-0BD5-4D78-8606-DAC9557F7D14}" srcOrd="0" destOrd="0" presId="urn:microsoft.com/office/officeart/2018/2/layout/IconVerticalSolidList"/>
    <dgm:cxn modelId="{6549DB35-519B-4109-B08B-E7D0545FE08B}" srcId="{2D963404-61D4-4C71-87E4-366FF4E51A56}" destId="{4F924850-CA25-4123-B193-DD054AD4EFEF}" srcOrd="1" destOrd="0" parTransId="{FD81E7F5-C9E3-4803-A84A-14171063DF4E}" sibTransId="{EDFAD76A-8778-4A69-B3DB-4082FFDBA5D4}"/>
    <dgm:cxn modelId="{94167739-1A75-48E3-9C59-5B70C4E7E9D0}" srcId="{2D963404-61D4-4C71-87E4-366FF4E51A56}" destId="{54CA2C9C-0D7F-4FB4-90EF-03B92EB11D16}" srcOrd="0" destOrd="0" parTransId="{7BA74CC1-638F-453C-92E0-C76B201E291B}" sibTransId="{AE03B99D-6FDB-426B-B9EE-2575B7FF1659}"/>
    <dgm:cxn modelId="{A4FAA465-09D2-4015-8A25-CB43B4216F51}" type="presOf" srcId="{2D963404-61D4-4C71-87E4-366FF4E51A56}" destId="{03078977-05FA-4FD9-870D-0D8AF9F2C253}" srcOrd="0" destOrd="0" presId="urn:microsoft.com/office/officeart/2018/2/layout/IconVerticalSolidList"/>
    <dgm:cxn modelId="{ECA9318B-6EA0-4A62-9B08-33D325AC0A25}" srcId="{2D963404-61D4-4C71-87E4-366FF4E51A56}" destId="{D4F717C7-38E1-45AB-BC29-71C9BE6B83FE}" srcOrd="2" destOrd="0" parTransId="{50FA6103-FA91-49F5-AFB0-395723B091DD}" sibTransId="{E41241B7-F5C5-46A1-AB13-8203FFCC51A5}"/>
    <dgm:cxn modelId="{50842892-A589-488C-9F8F-6D448C2EE933}" type="presOf" srcId="{54CA2C9C-0D7F-4FB4-90EF-03B92EB11D16}" destId="{5FCA5751-E4F0-4302-81D0-9181CB3FC106}" srcOrd="0" destOrd="0" presId="urn:microsoft.com/office/officeart/2018/2/layout/IconVerticalSolidList"/>
    <dgm:cxn modelId="{D5C769B9-6B6F-461E-A51E-38BB6952CBE0}" type="presOf" srcId="{93AFC64E-57B4-415D-80DF-DA266F88B68B}" destId="{1F0EBC21-C890-44BB-95C6-1D10DDAF65F9}" srcOrd="0" destOrd="0" presId="urn:microsoft.com/office/officeart/2018/2/layout/IconVerticalSolidList"/>
    <dgm:cxn modelId="{6B1511E5-9B8E-4C4D-8A69-19EA3AA87DF6}" srcId="{2D963404-61D4-4C71-87E4-366FF4E51A56}" destId="{93AFC64E-57B4-415D-80DF-DA266F88B68B}" srcOrd="3" destOrd="0" parTransId="{227BF92E-4581-47C4-B8D0-D7D9AFC6C315}" sibTransId="{884644D2-6CA2-4C4E-909B-96E808BF1A9B}"/>
    <dgm:cxn modelId="{873780E5-87A4-4581-8B22-623DB7D8BB14}" type="presParOf" srcId="{03078977-05FA-4FD9-870D-0D8AF9F2C253}" destId="{9E02DDCD-8875-499D-B548-508A761844FA}" srcOrd="0" destOrd="0" presId="urn:microsoft.com/office/officeart/2018/2/layout/IconVerticalSolidList"/>
    <dgm:cxn modelId="{E33D136B-767F-4F2F-A7DC-D378122CE3BB}" type="presParOf" srcId="{9E02DDCD-8875-499D-B548-508A761844FA}" destId="{2496908E-4BD9-4A79-BF9F-7C5656F27A57}" srcOrd="0" destOrd="0" presId="urn:microsoft.com/office/officeart/2018/2/layout/IconVerticalSolidList"/>
    <dgm:cxn modelId="{B12D5AB7-F81D-4743-9B2E-B543C2AE86BC}" type="presParOf" srcId="{9E02DDCD-8875-499D-B548-508A761844FA}" destId="{B3BDB797-1246-4C59-AFEC-F316E3647F37}" srcOrd="1" destOrd="0" presId="urn:microsoft.com/office/officeart/2018/2/layout/IconVerticalSolidList"/>
    <dgm:cxn modelId="{FDA41CA2-7D4D-4C48-979C-FF09BBE13023}" type="presParOf" srcId="{9E02DDCD-8875-499D-B548-508A761844FA}" destId="{32334A6D-3B61-46A6-99AC-7183A38D2069}" srcOrd="2" destOrd="0" presId="urn:microsoft.com/office/officeart/2018/2/layout/IconVerticalSolidList"/>
    <dgm:cxn modelId="{E5D8B852-AEC8-4D17-B003-27C0BB722297}" type="presParOf" srcId="{9E02DDCD-8875-499D-B548-508A761844FA}" destId="{5FCA5751-E4F0-4302-81D0-9181CB3FC106}" srcOrd="3" destOrd="0" presId="urn:microsoft.com/office/officeart/2018/2/layout/IconVerticalSolidList"/>
    <dgm:cxn modelId="{446E7780-68FD-4AAE-BED0-BF46D27EBD54}" type="presParOf" srcId="{03078977-05FA-4FD9-870D-0D8AF9F2C253}" destId="{FA0B34BA-5C3E-4A3F-9635-BD14AA351A72}" srcOrd="1" destOrd="0" presId="urn:microsoft.com/office/officeart/2018/2/layout/IconVerticalSolidList"/>
    <dgm:cxn modelId="{920BA5CC-0BB5-43CA-A661-943655B8BB9B}" type="presParOf" srcId="{03078977-05FA-4FD9-870D-0D8AF9F2C253}" destId="{582E1089-AA7D-499B-A80A-C336231CD13C}" srcOrd="2" destOrd="0" presId="urn:microsoft.com/office/officeart/2018/2/layout/IconVerticalSolidList"/>
    <dgm:cxn modelId="{3D7B3CD8-43FD-43CC-A713-2FB8F1E37324}" type="presParOf" srcId="{582E1089-AA7D-499B-A80A-C336231CD13C}" destId="{EC719B12-1736-4ABE-BFCA-E15FC654FE5D}" srcOrd="0" destOrd="0" presId="urn:microsoft.com/office/officeart/2018/2/layout/IconVerticalSolidList"/>
    <dgm:cxn modelId="{5BE3D19F-A933-418E-B8D1-1851E5B362D9}" type="presParOf" srcId="{582E1089-AA7D-499B-A80A-C336231CD13C}" destId="{E85908E4-501F-4F0D-921B-7894DDC2B9C8}" srcOrd="1" destOrd="0" presId="urn:microsoft.com/office/officeart/2018/2/layout/IconVerticalSolidList"/>
    <dgm:cxn modelId="{3E1C30E4-F0E9-4A73-8E1F-F002659A0D69}" type="presParOf" srcId="{582E1089-AA7D-499B-A80A-C336231CD13C}" destId="{1063D375-9CA0-4C0B-9ACB-0571A8B9F81A}" srcOrd="2" destOrd="0" presId="urn:microsoft.com/office/officeart/2018/2/layout/IconVerticalSolidList"/>
    <dgm:cxn modelId="{2F1BFB60-BEA3-466E-9D79-8611BA915518}" type="presParOf" srcId="{582E1089-AA7D-499B-A80A-C336231CD13C}" destId="{A02D181E-31D6-45DA-B86C-4DD069DC1D29}" srcOrd="3" destOrd="0" presId="urn:microsoft.com/office/officeart/2018/2/layout/IconVerticalSolidList"/>
    <dgm:cxn modelId="{E0A317A9-AA06-4C9D-BF0E-9BF9DF17B01C}" type="presParOf" srcId="{03078977-05FA-4FD9-870D-0D8AF9F2C253}" destId="{F91351F4-019B-4B3F-B94F-34AB6DC8CBB2}" srcOrd="3" destOrd="0" presId="urn:microsoft.com/office/officeart/2018/2/layout/IconVerticalSolidList"/>
    <dgm:cxn modelId="{9843FB7F-C266-4C65-8C7C-59CE77507995}" type="presParOf" srcId="{03078977-05FA-4FD9-870D-0D8AF9F2C253}" destId="{30407CF5-23ED-4695-A3A7-6FAA096A6C43}" srcOrd="4" destOrd="0" presId="urn:microsoft.com/office/officeart/2018/2/layout/IconVerticalSolidList"/>
    <dgm:cxn modelId="{E764744A-BFAD-45D8-A142-A9E5ABFCBB69}" type="presParOf" srcId="{30407CF5-23ED-4695-A3A7-6FAA096A6C43}" destId="{4DA5DEB2-7ED0-463D-B00F-FBBA3F603C1C}" srcOrd="0" destOrd="0" presId="urn:microsoft.com/office/officeart/2018/2/layout/IconVerticalSolidList"/>
    <dgm:cxn modelId="{2272AD48-FF16-45AF-9EBC-728EAE25E6E1}" type="presParOf" srcId="{30407CF5-23ED-4695-A3A7-6FAA096A6C43}" destId="{5EA9808D-724B-44D5-A2C3-E1BFB88A63A3}" srcOrd="1" destOrd="0" presId="urn:microsoft.com/office/officeart/2018/2/layout/IconVerticalSolidList"/>
    <dgm:cxn modelId="{4343C7E3-7319-41B0-A95C-C4397E811597}" type="presParOf" srcId="{30407CF5-23ED-4695-A3A7-6FAA096A6C43}" destId="{E8A4E4CE-C519-4141-88F1-9449E1BA3711}" srcOrd="2" destOrd="0" presId="urn:microsoft.com/office/officeart/2018/2/layout/IconVerticalSolidList"/>
    <dgm:cxn modelId="{43B38C5B-5DD9-4148-863E-4C1E0371E21A}" type="presParOf" srcId="{30407CF5-23ED-4695-A3A7-6FAA096A6C43}" destId="{3E026D93-0BD5-4D78-8606-DAC9557F7D14}" srcOrd="3" destOrd="0" presId="urn:microsoft.com/office/officeart/2018/2/layout/IconVerticalSolidList"/>
    <dgm:cxn modelId="{E078D4FB-3033-4F8F-BAA6-63D7C97FFCEA}" type="presParOf" srcId="{03078977-05FA-4FD9-870D-0D8AF9F2C253}" destId="{8D394054-1901-45F7-A4A0-6838C0BFE38D}" srcOrd="5" destOrd="0" presId="urn:microsoft.com/office/officeart/2018/2/layout/IconVerticalSolidList"/>
    <dgm:cxn modelId="{862DBAEB-78D5-4615-BD47-AC758914883C}" type="presParOf" srcId="{03078977-05FA-4FD9-870D-0D8AF9F2C253}" destId="{3632F723-188F-4ECC-9C3B-496C71C27CBB}" srcOrd="6" destOrd="0" presId="urn:microsoft.com/office/officeart/2018/2/layout/IconVerticalSolidList"/>
    <dgm:cxn modelId="{FCE1FFF0-B5B4-4CB1-98FC-59619380DBA9}" type="presParOf" srcId="{3632F723-188F-4ECC-9C3B-496C71C27CBB}" destId="{1BCF7FE0-CB8B-411A-A345-7892BCCB0422}" srcOrd="0" destOrd="0" presId="urn:microsoft.com/office/officeart/2018/2/layout/IconVerticalSolidList"/>
    <dgm:cxn modelId="{060673C9-B6CD-4DD8-A474-9729ABECFB87}" type="presParOf" srcId="{3632F723-188F-4ECC-9C3B-496C71C27CBB}" destId="{5691C96C-9E5A-4D33-B59F-C3C88E37D614}" srcOrd="1" destOrd="0" presId="urn:microsoft.com/office/officeart/2018/2/layout/IconVerticalSolidList"/>
    <dgm:cxn modelId="{EB19D2DE-E304-4DA9-9801-62449196C219}" type="presParOf" srcId="{3632F723-188F-4ECC-9C3B-496C71C27CBB}" destId="{475ABEEE-17AF-4D7A-9D6B-463A53A38043}" srcOrd="2" destOrd="0" presId="urn:microsoft.com/office/officeart/2018/2/layout/IconVerticalSolidList"/>
    <dgm:cxn modelId="{74E86AC0-9C0B-473A-9272-56A45F04094E}" type="presParOf" srcId="{3632F723-188F-4ECC-9C3B-496C71C27CBB}" destId="{1F0EBC21-C890-44BB-95C6-1D10DDAF65F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B16B739-B321-41F1-AC31-FEFE6089A37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5" csCatId="colorful" phldr="1"/>
      <dgm:spPr/>
      <dgm:t>
        <a:bodyPr/>
        <a:lstStyle/>
        <a:p>
          <a:endParaRPr lang="en-US"/>
        </a:p>
      </dgm:t>
    </dgm:pt>
    <dgm:pt modelId="{BDC6285B-6A98-4609-8697-E250C57E964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JavaScript (Front End &amp; Back End)</a:t>
          </a:r>
        </a:p>
      </dgm:t>
    </dgm:pt>
    <dgm:pt modelId="{17CC7771-D0D4-4E12-A389-A8676A588723}" type="parTrans" cxnId="{F9A59682-6719-46D1-B02E-F85CA2D4FDDF}">
      <dgm:prSet/>
      <dgm:spPr/>
      <dgm:t>
        <a:bodyPr/>
        <a:lstStyle/>
        <a:p>
          <a:endParaRPr lang="en-US"/>
        </a:p>
      </dgm:t>
    </dgm:pt>
    <dgm:pt modelId="{C64A71BF-D6F4-482F-BCBC-5E50BAECB431}" type="sibTrans" cxnId="{F9A59682-6719-46D1-B02E-F85CA2D4FDDF}">
      <dgm:prSet/>
      <dgm:spPr/>
      <dgm:t>
        <a:bodyPr/>
        <a:lstStyle/>
        <a:p>
          <a:endParaRPr lang="en-US"/>
        </a:p>
      </dgm:t>
    </dgm:pt>
    <dgm:pt modelId="{BEE6A26D-FE85-4319-8CE0-3C61FDDBF75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Node.js &amp; Express</a:t>
          </a:r>
        </a:p>
      </dgm:t>
    </dgm:pt>
    <dgm:pt modelId="{7E099F13-EE54-49AB-AC2D-F6F6E29D7418}" type="parTrans" cxnId="{1E522051-7423-42D2-A853-F81A442F9990}">
      <dgm:prSet/>
      <dgm:spPr/>
      <dgm:t>
        <a:bodyPr/>
        <a:lstStyle/>
        <a:p>
          <a:endParaRPr lang="en-US"/>
        </a:p>
      </dgm:t>
    </dgm:pt>
    <dgm:pt modelId="{ABB5FF0F-34B3-4ABD-8495-3086055A3F29}" type="sibTrans" cxnId="{1E522051-7423-42D2-A853-F81A442F9990}">
      <dgm:prSet/>
      <dgm:spPr/>
      <dgm:t>
        <a:bodyPr/>
        <a:lstStyle/>
        <a:p>
          <a:endParaRPr lang="en-US"/>
        </a:p>
      </dgm:t>
    </dgm:pt>
    <dgm:pt modelId="{842C6CED-1DC2-4BF4-8CFA-2921961DC1E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MySQL</a:t>
          </a:r>
        </a:p>
      </dgm:t>
    </dgm:pt>
    <dgm:pt modelId="{7987DE85-1F79-4E88-AB37-87E6048561B6}" type="parTrans" cxnId="{0E0C6430-EAB4-4561-87F3-01EE2611BA71}">
      <dgm:prSet/>
      <dgm:spPr/>
      <dgm:t>
        <a:bodyPr/>
        <a:lstStyle/>
        <a:p>
          <a:endParaRPr lang="en-US"/>
        </a:p>
      </dgm:t>
    </dgm:pt>
    <dgm:pt modelId="{F3174B71-3AE6-4F3B-81EF-4F73BAFF7A16}" type="sibTrans" cxnId="{0E0C6430-EAB4-4561-87F3-01EE2611BA71}">
      <dgm:prSet/>
      <dgm:spPr/>
      <dgm:t>
        <a:bodyPr/>
        <a:lstStyle/>
        <a:p>
          <a:endParaRPr lang="en-US"/>
        </a:p>
      </dgm:t>
    </dgm:pt>
    <dgm:pt modelId="{FB683FCE-E312-4558-9B90-27F4BED929D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GitHub for collaboration</a:t>
          </a:r>
        </a:p>
      </dgm:t>
    </dgm:pt>
    <dgm:pt modelId="{6412BA24-38E9-4D13-BB53-BA068DF774FA}" type="parTrans" cxnId="{48AC8EAE-E5B7-46B7-9203-7C698DCABABA}">
      <dgm:prSet/>
      <dgm:spPr/>
      <dgm:t>
        <a:bodyPr/>
        <a:lstStyle/>
        <a:p>
          <a:endParaRPr lang="en-US"/>
        </a:p>
      </dgm:t>
    </dgm:pt>
    <dgm:pt modelId="{C287D4A9-9648-4888-95D3-9E1B5DADC264}" type="sibTrans" cxnId="{48AC8EAE-E5B7-46B7-9203-7C698DCABABA}">
      <dgm:prSet/>
      <dgm:spPr/>
      <dgm:t>
        <a:bodyPr/>
        <a:lstStyle/>
        <a:p>
          <a:endParaRPr lang="en-US"/>
        </a:p>
      </dgm:t>
    </dgm:pt>
    <dgm:pt modelId="{E4371940-20C4-42F6-9F38-6348C99266A6}" type="pres">
      <dgm:prSet presAssocID="{AB16B739-B321-41F1-AC31-FEFE6089A374}" presName="root" presStyleCnt="0">
        <dgm:presLayoutVars>
          <dgm:dir/>
          <dgm:resizeHandles val="exact"/>
        </dgm:presLayoutVars>
      </dgm:prSet>
      <dgm:spPr/>
    </dgm:pt>
    <dgm:pt modelId="{18217759-1769-49D0-8215-1CEB4B052FD6}" type="pres">
      <dgm:prSet presAssocID="{BDC6285B-6A98-4609-8697-E250C57E9646}" presName="compNode" presStyleCnt="0"/>
      <dgm:spPr/>
    </dgm:pt>
    <dgm:pt modelId="{C5DA0CC5-7DE9-43EE-B278-9A6B5F98AB17}" type="pres">
      <dgm:prSet presAssocID="{BDC6285B-6A98-4609-8697-E250C57E9646}" presName="iconBgRect" presStyleLbl="bgShp" presStyleIdx="0" presStyleCnt="4"/>
      <dgm:spPr/>
    </dgm:pt>
    <dgm:pt modelId="{DA8468D9-75D4-4919-B2E7-4E89DD4E8400}" type="pres">
      <dgm:prSet presAssocID="{BDC6285B-6A98-4609-8697-E250C57E964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1203924-ACEA-4BCB-8376-03B64A7FCDC6}" type="pres">
      <dgm:prSet presAssocID="{BDC6285B-6A98-4609-8697-E250C57E9646}" presName="spaceRect" presStyleCnt="0"/>
      <dgm:spPr/>
    </dgm:pt>
    <dgm:pt modelId="{227CEAAB-AD2A-4554-9DFB-BA476DF1DA3D}" type="pres">
      <dgm:prSet presAssocID="{BDC6285B-6A98-4609-8697-E250C57E9646}" presName="textRect" presStyleLbl="revTx" presStyleIdx="0" presStyleCnt="4">
        <dgm:presLayoutVars>
          <dgm:chMax val="1"/>
          <dgm:chPref val="1"/>
        </dgm:presLayoutVars>
      </dgm:prSet>
      <dgm:spPr/>
    </dgm:pt>
    <dgm:pt modelId="{0DC6FF8D-9E20-4764-9308-A43B5BD4AB8D}" type="pres">
      <dgm:prSet presAssocID="{C64A71BF-D6F4-482F-BCBC-5E50BAECB431}" presName="sibTrans" presStyleCnt="0"/>
      <dgm:spPr/>
    </dgm:pt>
    <dgm:pt modelId="{92465B55-6995-4C5F-B6C6-157DDFB9530C}" type="pres">
      <dgm:prSet presAssocID="{BEE6A26D-FE85-4319-8CE0-3C61FDDBF75A}" presName="compNode" presStyleCnt="0"/>
      <dgm:spPr/>
    </dgm:pt>
    <dgm:pt modelId="{0EAEC9C6-F0EE-4661-8974-A80F6AEB9D6C}" type="pres">
      <dgm:prSet presAssocID="{BEE6A26D-FE85-4319-8CE0-3C61FDDBF75A}" presName="iconBgRect" presStyleLbl="bgShp" presStyleIdx="1" presStyleCnt="4"/>
      <dgm:spPr/>
    </dgm:pt>
    <dgm:pt modelId="{C627D3EC-EE12-45A2-B9C4-ECE2CFBA413F}" type="pres">
      <dgm:prSet presAssocID="{BEE6A26D-FE85-4319-8CE0-3C61FDDBF75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D6635323-0D29-4F10-9021-219A4657B375}" type="pres">
      <dgm:prSet presAssocID="{BEE6A26D-FE85-4319-8CE0-3C61FDDBF75A}" presName="spaceRect" presStyleCnt="0"/>
      <dgm:spPr/>
    </dgm:pt>
    <dgm:pt modelId="{6DB10D30-E441-4D31-AA27-51B83993AFC0}" type="pres">
      <dgm:prSet presAssocID="{BEE6A26D-FE85-4319-8CE0-3C61FDDBF75A}" presName="textRect" presStyleLbl="revTx" presStyleIdx="1" presStyleCnt="4">
        <dgm:presLayoutVars>
          <dgm:chMax val="1"/>
          <dgm:chPref val="1"/>
        </dgm:presLayoutVars>
      </dgm:prSet>
      <dgm:spPr/>
    </dgm:pt>
    <dgm:pt modelId="{729C88B1-1BB8-498E-B8D3-520B8681E605}" type="pres">
      <dgm:prSet presAssocID="{ABB5FF0F-34B3-4ABD-8495-3086055A3F29}" presName="sibTrans" presStyleCnt="0"/>
      <dgm:spPr/>
    </dgm:pt>
    <dgm:pt modelId="{1D811A92-F0A6-4C66-8B4A-27A368144B0C}" type="pres">
      <dgm:prSet presAssocID="{842C6CED-1DC2-4BF4-8CFA-2921961DC1E6}" presName="compNode" presStyleCnt="0"/>
      <dgm:spPr/>
    </dgm:pt>
    <dgm:pt modelId="{50F35FEC-7360-449B-ADD1-B2BC5BE2BB88}" type="pres">
      <dgm:prSet presAssocID="{842C6CED-1DC2-4BF4-8CFA-2921961DC1E6}" presName="iconBgRect" presStyleLbl="bgShp" presStyleIdx="2" presStyleCnt="4"/>
      <dgm:spPr/>
    </dgm:pt>
    <dgm:pt modelId="{5C96D514-0514-4CF9-A9AA-2C06BA59F0A2}" type="pres">
      <dgm:prSet presAssocID="{842C6CED-1DC2-4BF4-8CFA-2921961DC1E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27FCC1E-542F-4072-8884-0BFC9FB8BAA7}" type="pres">
      <dgm:prSet presAssocID="{842C6CED-1DC2-4BF4-8CFA-2921961DC1E6}" presName="spaceRect" presStyleCnt="0"/>
      <dgm:spPr/>
    </dgm:pt>
    <dgm:pt modelId="{08C1FB98-E096-4E34-9D41-DDF4B03992F5}" type="pres">
      <dgm:prSet presAssocID="{842C6CED-1DC2-4BF4-8CFA-2921961DC1E6}" presName="textRect" presStyleLbl="revTx" presStyleIdx="2" presStyleCnt="4">
        <dgm:presLayoutVars>
          <dgm:chMax val="1"/>
          <dgm:chPref val="1"/>
        </dgm:presLayoutVars>
      </dgm:prSet>
      <dgm:spPr/>
    </dgm:pt>
    <dgm:pt modelId="{B6DDC45E-FE71-4099-B278-72CE69045C31}" type="pres">
      <dgm:prSet presAssocID="{F3174B71-3AE6-4F3B-81EF-4F73BAFF7A16}" presName="sibTrans" presStyleCnt="0"/>
      <dgm:spPr/>
    </dgm:pt>
    <dgm:pt modelId="{1DE68084-1B20-4693-92DF-E594CDFE31B4}" type="pres">
      <dgm:prSet presAssocID="{FB683FCE-E312-4558-9B90-27F4BED929DF}" presName="compNode" presStyleCnt="0"/>
      <dgm:spPr/>
    </dgm:pt>
    <dgm:pt modelId="{E3CAE9B7-3E87-4954-9E05-74CC64B3F5B4}" type="pres">
      <dgm:prSet presAssocID="{FB683FCE-E312-4558-9B90-27F4BED929DF}" presName="iconBgRect" presStyleLbl="bgShp" presStyleIdx="3" presStyleCnt="4"/>
      <dgm:spPr/>
    </dgm:pt>
    <dgm:pt modelId="{B6106134-F78C-4D99-903D-25B7D1D1FD14}" type="pres">
      <dgm:prSet presAssocID="{FB683FCE-E312-4558-9B90-27F4BED929D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54933B7-42BA-48F0-973B-E326A82B2191}" type="pres">
      <dgm:prSet presAssocID="{FB683FCE-E312-4558-9B90-27F4BED929DF}" presName="spaceRect" presStyleCnt="0"/>
      <dgm:spPr/>
    </dgm:pt>
    <dgm:pt modelId="{31399D23-C806-4C87-93B7-3D3D7D9A3CC3}" type="pres">
      <dgm:prSet presAssocID="{FB683FCE-E312-4558-9B90-27F4BED929D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E0C6430-EAB4-4561-87F3-01EE2611BA71}" srcId="{AB16B739-B321-41F1-AC31-FEFE6089A374}" destId="{842C6CED-1DC2-4BF4-8CFA-2921961DC1E6}" srcOrd="2" destOrd="0" parTransId="{7987DE85-1F79-4E88-AB37-87E6048561B6}" sibTransId="{F3174B71-3AE6-4F3B-81EF-4F73BAFF7A16}"/>
    <dgm:cxn modelId="{B982AD60-4160-41D3-8C11-67EA0B922DC7}" type="presOf" srcId="{FB683FCE-E312-4558-9B90-27F4BED929DF}" destId="{31399D23-C806-4C87-93B7-3D3D7D9A3CC3}" srcOrd="0" destOrd="0" presId="urn:microsoft.com/office/officeart/2018/5/layout/IconCircleLabelList"/>
    <dgm:cxn modelId="{1E522051-7423-42D2-A853-F81A442F9990}" srcId="{AB16B739-B321-41F1-AC31-FEFE6089A374}" destId="{BEE6A26D-FE85-4319-8CE0-3C61FDDBF75A}" srcOrd="1" destOrd="0" parTransId="{7E099F13-EE54-49AB-AC2D-F6F6E29D7418}" sibTransId="{ABB5FF0F-34B3-4ABD-8495-3086055A3F29}"/>
    <dgm:cxn modelId="{F9A59682-6719-46D1-B02E-F85CA2D4FDDF}" srcId="{AB16B739-B321-41F1-AC31-FEFE6089A374}" destId="{BDC6285B-6A98-4609-8697-E250C57E9646}" srcOrd="0" destOrd="0" parTransId="{17CC7771-D0D4-4E12-A389-A8676A588723}" sibTransId="{C64A71BF-D6F4-482F-BCBC-5E50BAECB431}"/>
    <dgm:cxn modelId="{A87ABC86-A5A3-449E-8A5C-EF236F57DAFC}" type="presOf" srcId="{AB16B739-B321-41F1-AC31-FEFE6089A374}" destId="{E4371940-20C4-42F6-9F38-6348C99266A6}" srcOrd="0" destOrd="0" presId="urn:microsoft.com/office/officeart/2018/5/layout/IconCircleLabelList"/>
    <dgm:cxn modelId="{3332C994-B409-4318-935D-0681AD41A3C1}" type="presOf" srcId="{BEE6A26D-FE85-4319-8CE0-3C61FDDBF75A}" destId="{6DB10D30-E441-4D31-AA27-51B83993AFC0}" srcOrd="0" destOrd="0" presId="urn:microsoft.com/office/officeart/2018/5/layout/IconCircleLabelList"/>
    <dgm:cxn modelId="{48AC8EAE-E5B7-46B7-9203-7C698DCABABA}" srcId="{AB16B739-B321-41F1-AC31-FEFE6089A374}" destId="{FB683FCE-E312-4558-9B90-27F4BED929DF}" srcOrd="3" destOrd="0" parTransId="{6412BA24-38E9-4D13-BB53-BA068DF774FA}" sibTransId="{C287D4A9-9648-4888-95D3-9E1B5DADC264}"/>
    <dgm:cxn modelId="{003888BA-9BC4-417C-BA32-A45878A91FCF}" type="presOf" srcId="{842C6CED-1DC2-4BF4-8CFA-2921961DC1E6}" destId="{08C1FB98-E096-4E34-9D41-DDF4B03992F5}" srcOrd="0" destOrd="0" presId="urn:microsoft.com/office/officeart/2018/5/layout/IconCircleLabelList"/>
    <dgm:cxn modelId="{27AE17F0-9C81-4512-9C4E-77AEC87C4136}" type="presOf" srcId="{BDC6285B-6A98-4609-8697-E250C57E9646}" destId="{227CEAAB-AD2A-4554-9DFB-BA476DF1DA3D}" srcOrd="0" destOrd="0" presId="urn:microsoft.com/office/officeart/2018/5/layout/IconCircleLabelList"/>
    <dgm:cxn modelId="{AADE3EF9-2A78-4F95-B8E8-9E79F249EBC8}" type="presParOf" srcId="{E4371940-20C4-42F6-9F38-6348C99266A6}" destId="{18217759-1769-49D0-8215-1CEB4B052FD6}" srcOrd="0" destOrd="0" presId="urn:microsoft.com/office/officeart/2018/5/layout/IconCircleLabelList"/>
    <dgm:cxn modelId="{1B681EB3-3C11-4A40-9438-4B5D00337029}" type="presParOf" srcId="{18217759-1769-49D0-8215-1CEB4B052FD6}" destId="{C5DA0CC5-7DE9-43EE-B278-9A6B5F98AB17}" srcOrd="0" destOrd="0" presId="urn:microsoft.com/office/officeart/2018/5/layout/IconCircleLabelList"/>
    <dgm:cxn modelId="{515D4FA7-04BB-4809-932B-24E5197EF900}" type="presParOf" srcId="{18217759-1769-49D0-8215-1CEB4B052FD6}" destId="{DA8468D9-75D4-4919-B2E7-4E89DD4E8400}" srcOrd="1" destOrd="0" presId="urn:microsoft.com/office/officeart/2018/5/layout/IconCircleLabelList"/>
    <dgm:cxn modelId="{D85654A4-6EDC-4F3F-B876-1F492D7295BB}" type="presParOf" srcId="{18217759-1769-49D0-8215-1CEB4B052FD6}" destId="{C1203924-ACEA-4BCB-8376-03B64A7FCDC6}" srcOrd="2" destOrd="0" presId="urn:microsoft.com/office/officeart/2018/5/layout/IconCircleLabelList"/>
    <dgm:cxn modelId="{58EA3CD1-8AF5-44D8-8DCA-54E17AD261D4}" type="presParOf" srcId="{18217759-1769-49D0-8215-1CEB4B052FD6}" destId="{227CEAAB-AD2A-4554-9DFB-BA476DF1DA3D}" srcOrd="3" destOrd="0" presId="urn:microsoft.com/office/officeart/2018/5/layout/IconCircleLabelList"/>
    <dgm:cxn modelId="{CD3B59F2-40D0-485E-90B4-5AE6C1D9B21B}" type="presParOf" srcId="{E4371940-20C4-42F6-9F38-6348C99266A6}" destId="{0DC6FF8D-9E20-4764-9308-A43B5BD4AB8D}" srcOrd="1" destOrd="0" presId="urn:microsoft.com/office/officeart/2018/5/layout/IconCircleLabelList"/>
    <dgm:cxn modelId="{DB5243C4-1F62-481B-A68E-8D84764C33BC}" type="presParOf" srcId="{E4371940-20C4-42F6-9F38-6348C99266A6}" destId="{92465B55-6995-4C5F-B6C6-157DDFB9530C}" srcOrd="2" destOrd="0" presId="urn:microsoft.com/office/officeart/2018/5/layout/IconCircleLabelList"/>
    <dgm:cxn modelId="{2C49D992-A93A-4DDE-87F4-5879E42C756A}" type="presParOf" srcId="{92465B55-6995-4C5F-B6C6-157DDFB9530C}" destId="{0EAEC9C6-F0EE-4661-8974-A80F6AEB9D6C}" srcOrd="0" destOrd="0" presId="urn:microsoft.com/office/officeart/2018/5/layout/IconCircleLabelList"/>
    <dgm:cxn modelId="{09804B6A-BA1C-4D36-A668-97DECEA0D2D6}" type="presParOf" srcId="{92465B55-6995-4C5F-B6C6-157DDFB9530C}" destId="{C627D3EC-EE12-45A2-B9C4-ECE2CFBA413F}" srcOrd="1" destOrd="0" presId="urn:microsoft.com/office/officeart/2018/5/layout/IconCircleLabelList"/>
    <dgm:cxn modelId="{635A63FF-DE5C-45D7-8669-5F33D010B9D5}" type="presParOf" srcId="{92465B55-6995-4C5F-B6C6-157DDFB9530C}" destId="{D6635323-0D29-4F10-9021-219A4657B375}" srcOrd="2" destOrd="0" presId="urn:microsoft.com/office/officeart/2018/5/layout/IconCircleLabelList"/>
    <dgm:cxn modelId="{EB49754E-8147-44AB-8E18-721F4C161844}" type="presParOf" srcId="{92465B55-6995-4C5F-B6C6-157DDFB9530C}" destId="{6DB10D30-E441-4D31-AA27-51B83993AFC0}" srcOrd="3" destOrd="0" presId="urn:microsoft.com/office/officeart/2018/5/layout/IconCircleLabelList"/>
    <dgm:cxn modelId="{485481B8-2857-49FF-ABD0-4703AA75B76D}" type="presParOf" srcId="{E4371940-20C4-42F6-9F38-6348C99266A6}" destId="{729C88B1-1BB8-498E-B8D3-520B8681E605}" srcOrd="3" destOrd="0" presId="urn:microsoft.com/office/officeart/2018/5/layout/IconCircleLabelList"/>
    <dgm:cxn modelId="{6793CA86-CAE2-4432-944D-C34901E652F4}" type="presParOf" srcId="{E4371940-20C4-42F6-9F38-6348C99266A6}" destId="{1D811A92-F0A6-4C66-8B4A-27A368144B0C}" srcOrd="4" destOrd="0" presId="urn:microsoft.com/office/officeart/2018/5/layout/IconCircleLabelList"/>
    <dgm:cxn modelId="{ADA12629-B2BE-40C7-9B28-807448EFF8BA}" type="presParOf" srcId="{1D811A92-F0A6-4C66-8B4A-27A368144B0C}" destId="{50F35FEC-7360-449B-ADD1-B2BC5BE2BB88}" srcOrd="0" destOrd="0" presId="urn:microsoft.com/office/officeart/2018/5/layout/IconCircleLabelList"/>
    <dgm:cxn modelId="{352D5714-CBC5-438B-8588-138B65D4E53A}" type="presParOf" srcId="{1D811A92-F0A6-4C66-8B4A-27A368144B0C}" destId="{5C96D514-0514-4CF9-A9AA-2C06BA59F0A2}" srcOrd="1" destOrd="0" presId="urn:microsoft.com/office/officeart/2018/5/layout/IconCircleLabelList"/>
    <dgm:cxn modelId="{7A74CC39-35C3-425C-A62B-DEFCDC07F12C}" type="presParOf" srcId="{1D811A92-F0A6-4C66-8B4A-27A368144B0C}" destId="{E27FCC1E-542F-4072-8884-0BFC9FB8BAA7}" srcOrd="2" destOrd="0" presId="urn:microsoft.com/office/officeart/2018/5/layout/IconCircleLabelList"/>
    <dgm:cxn modelId="{2C897925-FF64-4949-B9AA-EA79E27EBC6D}" type="presParOf" srcId="{1D811A92-F0A6-4C66-8B4A-27A368144B0C}" destId="{08C1FB98-E096-4E34-9D41-DDF4B03992F5}" srcOrd="3" destOrd="0" presId="urn:microsoft.com/office/officeart/2018/5/layout/IconCircleLabelList"/>
    <dgm:cxn modelId="{A3585F05-1D47-4D60-8417-FF1CE601CA69}" type="presParOf" srcId="{E4371940-20C4-42F6-9F38-6348C99266A6}" destId="{B6DDC45E-FE71-4099-B278-72CE69045C31}" srcOrd="5" destOrd="0" presId="urn:microsoft.com/office/officeart/2018/5/layout/IconCircleLabelList"/>
    <dgm:cxn modelId="{3A6DC8CF-16DD-4C48-A318-A39718085738}" type="presParOf" srcId="{E4371940-20C4-42F6-9F38-6348C99266A6}" destId="{1DE68084-1B20-4693-92DF-E594CDFE31B4}" srcOrd="6" destOrd="0" presId="urn:microsoft.com/office/officeart/2018/5/layout/IconCircleLabelList"/>
    <dgm:cxn modelId="{59D97ECF-17B0-44BA-AD68-82546841EC24}" type="presParOf" srcId="{1DE68084-1B20-4693-92DF-E594CDFE31B4}" destId="{E3CAE9B7-3E87-4954-9E05-74CC64B3F5B4}" srcOrd="0" destOrd="0" presId="urn:microsoft.com/office/officeart/2018/5/layout/IconCircleLabelList"/>
    <dgm:cxn modelId="{F823BB7D-A4EB-46B7-9506-8C2096C0CD04}" type="presParOf" srcId="{1DE68084-1B20-4693-92DF-E594CDFE31B4}" destId="{B6106134-F78C-4D99-903D-25B7D1D1FD14}" srcOrd="1" destOrd="0" presId="urn:microsoft.com/office/officeart/2018/5/layout/IconCircleLabelList"/>
    <dgm:cxn modelId="{ABB5EE8A-F71D-40C4-A4BB-DC4798D8A151}" type="presParOf" srcId="{1DE68084-1B20-4693-92DF-E594CDFE31B4}" destId="{054933B7-42BA-48F0-973B-E326A82B2191}" srcOrd="2" destOrd="0" presId="urn:microsoft.com/office/officeart/2018/5/layout/IconCircleLabelList"/>
    <dgm:cxn modelId="{AF13F8B9-8C40-4C33-89C9-6BDE11B31A70}" type="presParOf" srcId="{1DE68084-1B20-4693-92DF-E594CDFE31B4}" destId="{31399D23-C806-4C87-93B7-3D3D7D9A3C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337169B-2E89-46AC-B6F0-BE864E95F78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10770EF-4CD9-4CED-9E55-AEB8D0B6E93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Develop front-end UI</a:t>
          </a:r>
        </a:p>
      </dgm:t>
    </dgm:pt>
    <dgm:pt modelId="{7AD43575-D30C-46F4-A91C-23788E2F26C1}" type="parTrans" cxnId="{FDA7C9B5-83A6-4AD1-A9EA-FCD2C914B5AF}">
      <dgm:prSet/>
      <dgm:spPr/>
      <dgm:t>
        <a:bodyPr/>
        <a:lstStyle/>
        <a:p>
          <a:endParaRPr lang="en-US"/>
        </a:p>
      </dgm:t>
    </dgm:pt>
    <dgm:pt modelId="{89ABAFD1-30FA-4BE5-A04F-625BE72253AA}" type="sibTrans" cxnId="{FDA7C9B5-83A6-4AD1-A9EA-FCD2C914B5AF}">
      <dgm:prSet/>
      <dgm:spPr/>
      <dgm:t>
        <a:bodyPr/>
        <a:lstStyle/>
        <a:p>
          <a:endParaRPr lang="en-US"/>
        </a:p>
      </dgm:t>
    </dgm:pt>
    <dgm:pt modelId="{8412827D-72C4-476C-BF3C-C7FDEC6FE95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Implement backend APIs</a:t>
          </a:r>
        </a:p>
      </dgm:t>
    </dgm:pt>
    <dgm:pt modelId="{36E57A78-063D-4DC1-A74D-7954B891FFAF}" type="parTrans" cxnId="{D3AF7A73-8FE4-46A2-A2AC-0C6E8CA12D73}">
      <dgm:prSet/>
      <dgm:spPr/>
      <dgm:t>
        <a:bodyPr/>
        <a:lstStyle/>
        <a:p>
          <a:endParaRPr lang="en-US"/>
        </a:p>
      </dgm:t>
    </dgm:pt>
    <dgm:pt modelId="{B2F3435C-313B-47F3-9350-91EC3124456C}" type="sibTrans" cxnId="{D3AF7A73-8FE4-46A2-A2AC-0C6E8CA12D73}">
      <dgm:prSet/>
      <dgm:spPr/>
      <dgm:t>
        <a:bodyPr/>
        <a:lstStyle/>
        <a:p>
          <a:endParaRPr lang="en-US"/>
        </a:p>
      </dgm:t>
    </dgm:pt>
    <dgm:pt modelId="{FBA98042-14F5-4C23-88B7-5FFD7EF2C5E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Design database schema</a:t>
          </a:r>
        </a:p>
      </dgm:t>
    </dgm:pt>
    <dgm:pt modelId="{6A7B520E-FD84-4F1E-822C-2DCAF129C80E}" type="parTrans" cxnId="{7A8D95C4-2F85-49FF-8E68-BB82663C2AB8}">
      <dgm:prSet/>
      <dgm:spPr/>
      <dgm:t>
        <a:bodyPr/>
        <a:lstStyle/>
        <a:p>
          <a:endParaRPr lang="en-US"/>
        </a:p>
      </dgm:t>
    </dgm:pt>
    <dgm:pt modelId="{0EA0C4BF-4EC8-4CD1-91DF-BF1C83B74943}" type="sibTrans" cxnId="{7A8D95C4-2F85-49FF-8E68-BB82663C2AB8}">
      <dgm:prSet/>
      <dgm:spPr/>
      <dgm:t>
        <a:bodyPr/>
        <a:lstStyle/>
        <a:p>
          <a:endParaRPr lang="en-US"/>
        </a:p>
      </dgm:t>
    </dgm:pt>
    <dgm:pt modelId="{333EC448-1EBE-4674-868B-8C31A70298A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Maintain GitHub repository</a:t>
          </a:r>
        </a:p>
      </dgm:t>
    </dgm:pt>
    <dgm:pt modelId="{932288E4-E455-4B74-BCB6-9185FC89F421}" type="parTrans" cxnId="{026FFB7E-0ED9-45C9-92F5-F7C3860A18B9}">
      <dgm:prSet/>
      <dgm:spPr/>
      <dgm:t>
        <a:bodyPr/>
        <a:lstStyle/>
        <a:p>
          <a:endParaRPr lang="en-US"/>
        </a:p>
      </dgm:t>
    </dgm:pt>
    <dgm:pt modelId="{6F0FC8E3-D86F-4A59-AF64-767145974C18}" type="sibTrans" cxnId="{026FFB7E-0ED9-45C9-92F5-F7C3860A18B9}">
      <dgm:prSet/>
      <dgm:spPr/>
      <dgm:t>
        <a:bodyPr/>
        <a:lstStyle/>
        <a:p>
          <a:endParaRPr lang="en-US"/>
        </a:p>
      </dgm:t>
    </dgm:pt>
    <dgm:pt modelId="{A817F33E-1DC5-46D6-AA3D-5CB59FE0CA73}" type="pres">
      <dgm:prSet presAssocID="{7337169B-2E89-46AC-B6F0-BE864E95F78E}" presName="root" presStyleCnt="0">
        <dgm:presLayoutVars>
          <dgm:dir/>
          <dgm:resizeHandles val="exact"/>
        </dgm:presLayoutVars>
      </dgm:prSet>
      <dgm:spPr/>
    </dgm:pt>
    <dgm:pt modelId="{F885BEEA-393F-4F98-9E60-2708B9D90CBF}" type="pres">
      <dgm:prSet presAssocID="{410770EF-4CD9-4CED-9E55-AEB8D0B6E93F}" presName="compNode" presStyleCnt="0"/>
      <dgm:spPr/>
    </dgm:pt>
    <dgm:pt modelId="{1A6D3BE7-B527-4B6A-9050-D24C56CC0EFE}" type="pres">
      <dgm:prSet presAssocID="{410770EF-4CD9-4CED-9E55-AEB8D0B6E93F}" presName="iconBgRect" presStyleLbl="bgShp" presStyleIdx="0" presStyleCnt="4"/>
      <dgm:spPr/>
    </dgm:pt>
    <dgm:pt modelId="{9F938A83-4C77-486B-B5CB-C94364DC4B09}" type="pres">
      <dgm:prSet presAssocID="{410770EF-4CD9-4CED-9E55-AEB8D0B6E93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B1F5CDE-3B88-4450-A090-E18EF5C10E9A}" type="pres">
      <dgm:prSet presAssocID="{410770EF-4CD9-4CED-9E55-AEB8D0B6E93F}" presName="spaceRect" presStyleCnt="0"/>
      <dgm:spPr/>
    </dgm:pt>
    <dgm:pt modelId="{37787BA6-8938-441D-924B-162DA1F98EFE}" type="pres">
      <dgm:prSet presAssocID="{410770EF-4CD9-4CED-9E55-AEB8D0B6E93F}" presName="textRect" presStyleLbl="revTx" presStyleIdx="0" presStyleCnt="4">
        <dgm:presLayoutVars>
          <dgm:chMax val="1"/>
          <dgm:chPref val="1"/>
        </dgm:presLayoutVars>
      </dgm:prSet>
      <dgm:spPr/>
    </dgm:pt>
    <dgm:pt modelId="{9F358795-919E-4820-B9C2-F80B70CA6786}" type="pres">
      <dgm:prSet presAssocID="{89ABAFD1-30FA-4BE5-A04F-625BE72253AA}" presName="sibTrans" presStyleCnt="0"/>
      <dgm:spPr/>
    </dgm:pt>
    <dgm:pt modelId="{B347BD03-E65A-423B-B96E-6DDDEACC70A1}" type="pres">
      <dgm:prSet presAssocID="{8412827D-72C4-476C-BF3C-C7FDEC6FE95A}" presName="compNode" presStyleCnt="0"/>
      <dgm:spPr/>
    </dgm:pt>
    <dgm:pt modelId="{E3D815C3-C9CF-4455-B23D-B1D6F224FC5E}" type="pres">
      <dgm:prSet presAssocID="{8412827D-72C4-476C-BF3C-C7FDEC6FE95A}" presName="iconBgRect" presStyleLbl="bgShp" presStyleIdx="1" presStyleCnt="4"/>
      <dgm:spPr/>
    </dgm:pt>
    <dgm:pt modelId="{C1246B26-848E-4D3F-8F97-05AC62305960}" type="pres">
      <dgm:prSet presAssocID="{8412827D-72C4-476C-BF3C-C7FDEC6FE95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77826DE-37AC-45CA-B08F-6947085F20E0}" type="pres">
      <dgm:prSet presAssocID="{8412827D-72C4-476C-BF3C-C7FDEC6FE95A}" presName="spaceRect" presStyleCnt="0"/>
      <dgm:spPr/>
    </dgm:pt>
    <dgm:pt modelId="{99C3995E-05FB-4F09-8DA7-0A9029C6FF0A}" type="pres">
      <dgm:prSet presAssocID="{8412827D-72C4-476C-BF3C-C7FDEC6FE95A}" presName="textRect" presStyleLbl="revTx" presStyleIdx="1" presStyleCnt="4">
        <dgm:presLayoutVars>
          <dgm:chMax val="1"/>
          <dgm:chPref val="1"/>
        </dgm:presLayoutVars>
      </dgm:prSet>
      <dgm:spPr/>
    </dgm:pt>
    <dgm:pt modelId="{6723CC44-8E90-4DCF-BA1B-1528A03DBB43}" type="pres">
      <dgm:prSet presAssocID="{B2F3435C-313B-47F3-9350-91EC3124456C}" presName="sibTrans" presStyleCnt="0"/>
      <dgm:spPr/>
    </dgm:pt>
    <dgm:pt modelId="{A833A990-47C3-4B83-B837-3A08A662C57B}" type="pres">
      <dgm:prSet presAssocID="{FBA98042-14F5-4C23-88B7-5FFD7EF2C5E3}" presName="compNode" presStyleCnt="0"/>
      <dgm:spPr/>
    </dgm:pt>
    <dgm:pt modelId="{251F520D-000C-4397-AB8C-2B0D3B7F0F71}" type="pres">
      <dgm:prSet presAssocID="{FBA98042-14F5-4C23-88B7-5FFD7EF2C5E3}" presName="iconBgRect" presStyleLbl="bgShp" presStyleIdx="2" presStyleCnt="4"/>
      <dgm:spPr/>
    </dgm:pt>
    <dgm:pt modelId="{9075BF73-29A5-4667-AD2C-CFA9FD2205D4}" type="pres">
      <dgm:prSet presAssocID="{FBA98042-14F5-4C23-88B7-5FFD7EF2C5E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418DBD4-3EB2-4246-BEB5-05F1BB9E5D62}" type="pres">
      <dgm:prSet presAssocID="{FBA98042-14F5-4C23-88B7-5FFD7EF2C5E3}" presName="spaceRect" presStyleCnt="0"/>
      <dgm:spPr/>
    </dgm:pt>
    <dgm:pt modelId="{0193142C-0ACE-407D-8E30-EF61A6D9824D}" type="pres">
      <dgm:prSet presAssocID="{FBA98042-14F5-4C23-88B7-5FFD7EF2C5E3}" presName="textRect" presStyleLbl="revTx" presStyleIdx="2" presStyleCnt="4">
        <dgm:presLayoutVars>
          <dgm:chMax val="1"/>
          <dgm:chPref val="1"/>
        </dgm:presLayoutVars>
      </dgm:prSet>
      <dgm:spPr/>
    </dgm:pt>
    <dgm:pt modelId="{D736F6CD-C69A-471B-9D8A-8737352AEAB2}" type="pres">
      <dgm:prSet presAssocID="{0EA0C4BF-4EC8-4CD1-91DF-BF1C83B74943}" presName="sibTrans" presStyleCnt="0"/>
      <dgm:spPr/>
    </dgm:pt>
    <dgm:pt modelId="{FE67A5AC-2AB0-44A0-8A8E-B02C19430D17}" type="pres">
      <dgm:prSet presAssocID="{333EC448-1EBE-4674-868B-8C31A70298A4}" presName="compNode" presStyleCnt="0"/>
      <dgm:spPr/>
    </dgm:pt>
    <dgm:pt modelId="{9D07FA7D-BFDF-4198-A498-A03122AC6F16}" type="pres">
      <dgm:prSet presAssocID="{333EC448-1EBE-4674-868B-8C31A70298A4}" presName="iconBgRect" presStyleLbl="bgShp" presStyleIdx="3" presStyleCnt="4"/>
      <dgm:spPr/>
    </dgm:pt>
    <dgm:pt modelId="{27BA84C9-9437-4CF9-A07B-312CF7E23564}" type="pres">
      <dgm:prSet presAssocID="{333EC448-1EBE-4674-868B-8C31A70298A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2B366CD-06FC-4A23-8819-1F39A9D524D0}" type="pres">
      <dgm:prSet presAssocID="{333EC448-1EBE-4674-868B-8C31A70298A4}" presName="spaceRect" presStyleCnt="0"/>
      <dgm:spPr/>
    </dgm:pt>
    <dgm:pt modelId="{DE3E19F0-030A-4CFE-AA38-C5634BD73316}" type="pres">
      <dgm:prSet presAssocID="{333EC448-1EBE-4674-868B-8C31A70298A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305C604-8A5F-4444-98CD-1531727B301C}" type="presOf" srcId="{410770EF-4CD9-4CED-9E55-AEB8D0B6E93F}" destId="{37787BA6-8938-441D-924B-162DA1F98EFE}" srcOrd="0" destOrd="0" presId="urn:microsoft.com/office/officeart/2018/5/layout/IconCircleLabelList"/>
    <dgm:cxn modelId="{D0E83E2C-CB44-4584-9479-21253C0DBCE8}" type="presOf" srcId="{8412827D-72C4-476C-BF3C-C7FDEC6FE95A}" destId="{99C3995E-05FB-4F09-8DA7-0A9029C6FF0A}" srcOrd="0" destOrd="0" presId="urn:microsoft.com/office/officeart/2018/5/layout/IconCircleLabelList"/>
    <dgm:cxn modelId="{5C3A283E-FE69-4BE1-A90B-A3E23698A4D3}" type="presOf" srcId="{FBA98042-14F5-4C23-88B7-5FFD7EF2C5E3}" destId="{0193142C-0ACE-407D-8E30-EF61A6D9824D}" srcOrd="0" destOrd="0" presId="urn:microsoft.com/office/officeart/2018/5/layout/IconCircleLabelList"/>
    <dgm:cxn modelId="{BB5A5646-FA94-4E7B-B5AE-5AAF54947C19}" type="presOf" srcId="{333EC448-1EBE-4674-868B-8C31A70298A4}" destId="{DE3E19F0-030A-4CFE-AA38-C5634BD73316}" srcOrd="0" destOrd="0" presId="urn:microsoft.com/office/officeart/2018/5/layout/IconCircleLabelList"/>
    <dgm:cxn modelId="{D3AF7A73-8FE4-46A2-A2AC-0C6E8CA12D73}" srcId="{7337169B-2E89-46AC-B6F0-BE864E95F78E}" destId="{8412827D-72C4-476C-BF3C-C7FDEC6FE95A}" srcOrd="1" destOrd="0" parTransId="{36E57A78-063D-4DC1-A74D-7954B891FFAF}" sibTransId="{B2F3435C-313B-47F3-9350-91EC3124456C}"/>
    <dgm:cxn modelId="{026FFB7E-0ED9-45C9-92F5-F7C3860A18B9}" srcId="{7337169B-2E89-46AC-B6F0-BE864E95F78E}" destId="{333EC448-1EBE-4674-868B-8C31A70298A4}" srcOrd="3" destOrd="0" parTransId="{932288E4-E455-4B74-BCB6-9185FC89F421}" sibTransId="{6F0FC8E3-D86F-4A59-AF64-767145974C18}"/>
    <dgm:cxn modelId="{FDA7C9B5-83A6-4AD1-A9EA-FCD2C914B5AF}" srcId="{7337169B-2E89-46AC-B6F0-BE864E95F78E}" destId="{410770EF-4CD9-4CED-9E55-AEB8D0B6E93F}" srcOrd="0" destOrd="0" parTransId="{7AD43575-D30C-46F4-A91C-23788E2F26C1}" sibTransId="{89ABAFD1-30FA-4BE5-A04F-625BE72253AA}"/>
    <dgm:cxn modelId="{7A8D95C4-2F85-49FF-8E68-BB82663C2AB8}" srcId="{7337169B-2E89-46AC-B6F0-BE864E95F78E}" destId="{FBA98042-14F5-4C23-88B7-5FFD7EF2C5E3}" srcOrd="2" destOrd="0" parTransId="{6A7B520E-FD84-4F1E-822C-2DCAF129C80E}" sibTransId="{0EA0C4BF-4EC8-4CD1-91DF-BF1C83B74943}"/>
    <dgm:cxn modelId="{90F865FF-C579-48EC-ABE8-9EF4044600EB}" type="presOf" srcId="{7337169B-2E89-46AC-B6F0-BE864E95F78E}" destId="{A817F33E-1DC5-46D6-AA3D-5CB59FE0CA73}" srcOrd="0" destOrd="0" presId="urn:microsoft.com/office/officeart/2018/5/layout/IconCircleLabelList"/>
    <dgm:cxn modelId="{F671E8A2-14B8-488C-9D7B-730BFB8CD12E}" type="presParOf" srcId="{A817F33E-1DC5-46D6-AA3D-5CB59FE0CA73}" destId="{F885BEEA-393F-4F98-9E60-2708B9D90CBF}" srcOrd="0" destOrd="0" presId="urn:microsoft.com/office/officeart/2018/5/layout/IconCircleLabelList"/>
    <dgm:cxn modelId="{DEEEAE61-CB77-43D5-91FC-CAB4CFD8917D}" type="presParOf" srcId="{F885BEEA-393F-4F98-9E60-2708B9D90CBF}" destId="{1A6D3BE7-B527-4B6A-9050-D24C56CC0EFE}" srcOrd="0" destOrd="0" presId="urn:microsoft.com/office/officeart/2018/5/layout/IconCircleLabelList"/>
    <dgm:cxn modelId="{8643975B-AB3B-4797-AE76-0026DCE75134}" type="presParOf" srcId="{F885BEEA-393F-4F98-9E60-2708B9D90CBF}" destId="{9F938A83-4C77-486B-B5CB-C94364DC4B09}" srcOrd="1" destOrd="0" presId="urn:microsoft.com/office/officeart/2018/5/layout/IconCircleLabelList"/>
    <dgm:cxn modelId="{0F153B58-B8AD-4FC6-AE0D-33E236CCC12B}" type="presParOf" srcId="{F885BEEA-393F-4F98-9E60-2708B9D90CBF}" destId="{4B1F5CDE-3B88-4450-A090-E18EF5C10E9A}" srcOrd="2" destOrd="0" presId="urn:microsoft.com/office/officeart/2018/5/layout/IconCircleLabelList"/>
    <dgm:cxn modelId="{A1DFF6BD-5160-49F4-A699-D3C1E8560C8C}" type="presParOf" srcId="{F885BEEA-393F-4F98-9E60-2708B9D90CBF}" destId="{37787BA6-8938-441D-924B-162DA1F98EFE}" srcOrd="3" destOrd="0" presId="urn:microsoft.com/office/officeart/2018/5/layout/IconCircleLabelList"/>
    <dgm:cxn modelId="{56049051-68E0-4516-822F-27440623E666}" type="presParOf" srcId="{A817F33E-1DC5-46D6-AA3D-5CB59FE0CA73}" destId="{9F358795-919E-4820-B9C2-F80B70CA6786}" srcOrd="1" destOrd="0" presId="urn:microsoft.com/office/officeart/2018/5/layout/IconCircleLabelList"/>
    <dgm:cxn modelId="{E00A1513-E99A-4287-805E-B4E24F82AD0D}" type="presParOf" srcId="{A817F33E-1DC5-46D6-AA3D-5CB59FE0CA73}" destId="{B347BD03-E65A-423B-B96E-6DDDEACC70A1}" srcOrd="2" destOrd="0" presId="urn:microsoft.com/office/officeart/2018/5/layout/IconCircleLabelList"/>
    <dgm:cxn modelId="{D25CADDF-C0B4-444E-BC37-A37AFA13D12F}" type="presParOf" srcId="{B347BD03-E65A-423B-B96E-6DDDEACC70A1}" destId="{E3D815C3-C9CF-4455-B23D-B1D6F224FC5E}" srcOrd="0" destOrd="0" presId="urn:microsoft.com/office/officeart/2018/5/layout/IconCircleLabelList"/>
    <dgm:cxn modelId="{570441B2-4138-438F-94F8-8057276B1B59}" type="presParOf" srcId="{B347BD03-E65A-423B-B96E-6DDDEACC70A1}" destId="{C1246B26-848E-4D3F-8F97-05AC62305960}" srcOrd="1" destOrd="0" presId="urn:microsoft.com/office/officeart/2018/5/layout/IconCircleLabelList"/>
    <dgm:cxn modelId="{55C77765-13FE-4860-877F-ED0A4F0C73A6}" type="presParOf" srcId="{B347BD03-E65A-423B-B96E-6DDDEACC70A1}" destId="{C77826DE-37AC-45CA-B08F-6947085F20E0}" srcOrd="2" destOrd="0" presId="urn:microsoft.com/office/officeart/2018/5/layout/IconCircleLabelList"/>
    <dgm:cxn modelId="{813545BA-8804-47CA-BBFA-BB8E25EAF87F}" type="presParOf" srcId="{B347BD03-E65A-423B-B96E-6DDDEACC70A1}" destId="{99C3995E-05FB-4F09-8DA7-0A9029C6FF0A}" srcOrd="3" destOrd="0" presId="urn:microsoft.com/office/officeart/2018/5/layout/IconCircleLabelList"/>
    <dgm:cxn modelId="{370F51B1-76F0-4584-B52A-696452EAADDE}" type="presParOf" srcId="{A817F33E-1DC5-46D6-AA3D-5CB59FE0CA73}" destId="{6723CC44-8E90-4DCF-BA1B-1528A03DBB43}" srcOrd="3" destOrd="0" presId="urn:microsoft.com/office/officeart/2018/5/layout/IconCircleLabelList"/>
    <dgm:cxn modelId="{F40D1631-F185-4CF5-8FAE-6B2EA30C9683}" type="presParOf" srcId="{A817F33E-1DC5-46D6-AA3D-5CB59FE0CA73}" destId="{A833A990-47C3-4B83-B837-3A08A662C57B}" srcOrd="4" destOrd="0" presId="urn:microsoft.com/office/officeart/2018/5/layout/IconCircleLabelList"/>
    <dgm:cxn modelId="{615211D0-103A-44F1-A7BB-9E2FC6C766CD}" type="presParOf" srcId="{A833A990-47C3-4B83-B837-3A08A662C57B}" destId="{251F520D-000C-4397-AB8C-2B0D3B7F0F71}" srcOrd="0" destOrd="0" presId="urn:microsoft.com/office/officeart/2018/5/layout/IconCircleLabelList"/>
    <dgm:cxn modelId="{65BA1F72-1828-44DA-96F1-0FABCD636ACD}" type="presParOf" srcId="{A833A990-47C3-4B83-B837-3A08A662C57B}" destId="{9075BF73-29A5-4667-AD2C-CFA9FD2205D4}" srcOrd="1" destOrd="0" presId="urn:microsoft.com/office/officeart/2018/5/layout/IconCircleLabelList"/>
    <dgm:cxn modelId="{110B65B9-93A0-46A7-93B4-87D545270AB6}" type="presParOf" srcId="{A833A990-47C3-4B83-B837-3A08A662C57B}" destId="{7418DBD4-3EB2-4246-BEB5-05F1BB9E5D62}" srcOrd="2" destOrd="0" presId="urn:microsoft.com/office/officeart/2018/5/layout/IconCircleLabelList"/>
    <dgm:cxn modelId="{7744C895-6666-47CE-946C-9F7D8AF0B997}" type="presParOf" srcId="{A833A990-47C3-4B83-B837-3A08A662C57B}" destId="{0193142C-0ACE-407D-8E30-EF61A6D9824D}" srcOrd="3" destOrd="0" presId="urn:microsoft.com/office/officeart/2018/5/layout/IconCircleLabelList"/>
    <dgm:cxn modelId="{FA295DD9-E485-4EC7-836F-B367818B6DA5}" type="presParOf" srcId="{A817F33E-1DC5-46D6-AA3D-5CB59FE0CA73}" destId="{D736F6CD-C69A-471B-9D8A-8737352AEAB2}" srcOrd="5" destOrd="0" presId="urn:microsoft.com/office/officeart/2018/5/layout/IconCircleLabelList"/>
    <dgm:cxn modelId="{C168953E-56BF-4635-8170-FE57FE3EEEB3}" type="presParOf" srcId="{A817F33E-1DC5-46D6-AA3D-5CB59FE0CA73}" destId="{FE67A5AC-2AB0-44A0-8A8E-B02C19430D17}" srcOrd="6" destOrd="0" presId="urn:microsoft.com/office/officeart/2018/5/layout/IconCircleLabelList"/>
    <dgm:cxn modelId="{3A8218DB-0C31-4CF0-AF89-F553161A4533}" type="presParOf" srcId="{FE67A5AC-2AB0-44A0-8A8E-B02C19430D17}" destId="{9D07FA7D-BFDF-4198-A498-A03122AC6F16}" srcOrd="0" destOrd="0" presId="urn:microsoft.com/office/officeart/2018/5/layout/IconCircleLabelList"/>
    <dgm:cxn modelId="{74610163-28AB-4F61-B396-94A873DBBAF2}" type="presParOf" srcId="{FE67A5AC-2AB0-44A0-8A8E-B02C19430D17}" destId="{27BA84C9-9437-4CF9-A07B-312CF7E23564}" srcOrd="1" destOrd="0" presId="urn:microsoft.com/office/officeart/2018/5/layout/IconCircleLabelList"/>
    <dgm:cxn modelId="{3B73A988-B9A8-47D0-BD70-4E3359167B9C}" type="presParOf" srcId="{FE67A5AC-2AB0-44A0-8A8E-B02C19430D17}" destId="{12B366CD-06FC-4A23-8819-1F39A9D524D0}" srcOrd="2" destOrd="0" presId="urn:microsoft.com/office/officeart/2018/5/layout/IconCircleLabelList"/>
    <dgm:cxn modelId="{3F2C1CF4-2FC1-4B23-9DD7-735566E2DD7D}" type="presParOf" srcId="{FE67A5AC-2AB0-44A0-8A8E-B02C19430D17}" destId="{DE3E19F0-030A-4CFE-AA38-C5634BD7331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24FD71B-4C0C-428E-9CA8-43F7C5DA7D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22F0D3B-1FD3-4DBF-916E-3D544D33DC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Budget alerts</a:t>
          </a:r>
        </a:p>
      </dgm:t>
    </dgm:pt>
    <dgm:pt modelId="{C7B505CA-84AC-4245-B74E-1CC1F9765C70}" type="parTrans" cxnId="{4A5E7339-E1CE-413C-AD2F-796C56DDB77B}">
      <dgm:prSet/>
      <dgm:spPr/>
      <dgm:t>
        <a:bodyPr/>
        <a:lstStyle/>
        <a:p>
          <a:endParaRPr lang="en-US"/>
        </a:p>
      </dgm:t>
    </dgm:pt>
    <dgm:pt modelId="{0CA1484C-1BFC-4604-A34E-87409A27D23D}" type="sibTrans" cxnId="{4A5E7339-E1CE-413C-AD2F-796C56DDB77B}">
      <dgm:prSet/>
      <dgm:spPr/>
      <dgm:t>
        <a:bodyPr/>
        <a:lstStyle/>
        <a:p>
          <a:endParaRPr lang="en-US"/>
        </a:p>
      </dgm:t>
    </dgm:pt>
    <dgm:pt modelId="{019A6420-4EFF-4B57-8542-EE59BECDA6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More Charts and analytics</a:t>
          </a:r>
        </a:p>
      </dgm:t>
    </dgm:pt>
    <dgm:pt modelId="{2B1259A4-7C1F-4C97-85A7-475436C1040F}" type="parTrans" cxnId="{1FC23AC1-C5A0-4D30-A601-2C7E63C76FE3}">
      <dgm:prSet/>
      <dgm:spPr/>
      <dgm:t>
        <a:bodyPr/>
        <a:lstStyle/>
        <a:p>
          <a:endParaRPr lang="en-US"/>
        </a:p>
      </dgm:t>
    </dgm:pt>
    <dgm:pt modelId="{3B42DB66-6828-4BD6-B46A-E182B0AEE408}" type="sibTrans" cxnId="{1FC23AC1-C5A0-4D30-A601-2C7E63C76FE3}">
      <dgm:prSet/>
      <dgm:spPr/>
      <dgm:t>
        <a:bodyPr/>
        <a:lstStyle/>
        <a:p>
          <a:endParaRPr lang="en-US"/>
        </a:p>
      </dgm:t>
    </dgm:pt>
    <dgm:pt modelId="{AE00C8DA-F9EB-41B0-98B2-53A83855B9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Mobile optimization</a:t>
          </a:r>
        </a:p>
      </dgm:t>
    </dgm:pt>
    <dgm:pt modelId="{4384C6C2-EFB9-470C-ADB1-787CAD2D2AF2}" type="parTrans" cxnId="{10840BEB-A06D-49B6-B6CD-08A0D0407FB5}">
      <dgm:prSet/>
      <dgm:spPr/>
      <dgm:t>
        <a:bodyPr/>
        <a:lstStyle/>
        <a:p>
          <a:endParaRPr lang="en-US"/>
        </a:p>
      </dgm:t>
    </dgm:pt>
    <dgm:pt modelId="{65FF4C29-2959-4898-8150-62C42DCD2C94}" type="sibTrans" cxnId="{10840BEB-A06D-49B6-B6CD-08A0D0407FB5}">
      <dgm:prSet/>
      <dgm:spPr/>
      <dgm:t>
        <a:bodyPr/>
        <a:lstStyle/>
        <a:p>
          <a:endParaRPr lang="en-US"/>
        </a:p>
      </dgm:t>
    </dgm:pt>
    <dgm:pt modelId="{25C3374A-F89E-464D-AEAF-E126387276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export features</a:t>
          </a:r>
        </a:p>
      </dgm:t>
    </dgm:pt>
    <dgm:pt modelId="{59C1414F-77BF-4E5D-B95A-D1442A6293FF}" type="parTrans" cxnId="{73D5C205-91C2-493A-A818-7EAF25AC6784}">
      <dgm:prSet/>
      <dgm:spPr/>
      <dgm:t>
        <a:bodyPr/>
        <a:lstStyle/>
        <a:p>
          <a:endParaRPr lang="en-US"/>
        </a:p>
      </dgm:t>
    </dgm:pt>
    <dgm:pt modelId="{D3814DA0-360D-49EE-B0A2-6D3DAEDE3E69}" type="sibTrans" cxnId="{73D5C205-91C2-493A-A818-7EAF25AC6784}">
      <dgm:prSet/>
      <dgm:spPr/>
      <dgm:t>
        <a:bodyPr/>
        <a:lstStyle/>
        <a:p>
          <a:endParaRPr lang="en-US"/>
        </a:p>
      </dgm:t>
    </dgm:pt>
    <dgm:pt modelId="{E9F238FA-5B79-4148-BC74-D620913E81F0}" type="pres">
      <dgm:prSet presAssocID="{024FD71B-4C0C-428E-9CA8-43F7C5DA7D8F}" presName="root" presStyleCnt="0">
        <dgm:presLayoutVars>
          <dgm:dir/>
          <dgm:resizeHandles val="exact"/>
        </dgm:presLayoutVars>
      </dgm:prSet>
      <dgm:spPr/>
    </dgm:pt>
    <dgm:pt modelId="{339678EC-1B66-4D76-AD5E-02BD45833CAB}" type="pres">
      <dgm:prSet presAssocID="{D22F0D3B-1FD3-4DBF-916E-3D544D33DC9E}" presName="compNode" presStyleCnt="0"/>
      <dgm:spPr/>
    </dgm:pt>
    <dgm:pt modelId="{D3C6A565-063E-4101-A87C-BB21BEC190AB}" type="pres">
      <dgm:prSet presAssocID="{D22F0D3B-1FD3-4DBF-916E-3D544D33DC9E}" presName="bgRect" presStyleLbl="bgShp" presStyleIdx="0" presStyleCnt="4"/>
      <dgm:spPr/>
    </dgm:pt>
    <dgm:pt modelId="{9CCA613E-D960-4695-8A4F-FD4311EFA4A5}" type="pres">
      <dgm:prSet presAssocID="{D22F0D3B-1FD3-4DBF-916E-3D544D33DC9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90C220F6-FCCE-429D-9610-FB19DADA6CA5}" type="pres">
      <dgm:prSet presAssocID="{D22F0D3B-1FD3-4DBF-916E-3D544D33DC9E}" presName="spaceRect" presStyleCnt="0"/>
      <dgm:spPr/>
    </dgm:pt>
    <dgm:pt modelId="{76BAAAC6-3234-4C0D-9792-6D4B7B70F046}" type="pres">
      <dgm:prSet presAssocID="{D22F0D3B-1FD3-4DBF-916E-3D544D33DC9E}" presName="parTx" presStyleLbl="revTx" presStyleIdx="0" presStyleCnt="4">
        <dgm:presLayoutVars>
          <dgm:chMax val="0"/>
          <dgm:chPref val="0"/>
        </dgm:presLayoutVars>
      </dgm:prSet>
      <dgm:spPr/>
    </dgm:pt>
    <dgm:pt modelId="{4CEABF15-4DE1-47A7-BF1F-67F136AD9A58}" type="pres">
      <dgm:prSet presAssocID="{0CA1484C-1BFC-4604-A34E-87409A27D23D}" presName="sibTrans" presStyleCnt="0"/>
      <dgm:spPr/>
    </dgm:pt>
    <dgm:pt modelId="{3D0218BC-295E-4758-B8C1-C5AF4996D314}" type="pres">
      <dgm:prSet presAssocID="{019A6420-4EFF-4B57-8542-EE59BECDA60D}" presName="compNode" presStyleCnt="0"/>
      <dgm:spPr/>
    </dgm:pt>
    <dgm:pt modelId="{A073331B-EA42-4FB2-8CBC-92EC9754D9F2}" type="pres">
      <dgm:prSet presAssocID="{019A6420-4EFF-4B57-8542-EE59BECDA60D}" presName="bgRect" presStyleLbl="bgShp" presStyleIdx="1" presStyleCnt="4"/>
      <dgm:spPr/>
    </dgm:pt>
    <dgm:pt modelId="{0F111F64-AF2C-4462-91AE-E0B14F4B962C}" type="pres">
      <dgm:prSet presAssocID="{019A6420-4EFF-4B57-8542-EE59BECDA60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92F63C9-42F9-4CF4-861F-D936148734A5}" type="pres">
      <dgm:prSet presAssocID="{019A6420-4EFF-4B57-8542-EE59BECDA60D}" presName="spaceRect" presStyleCnt="0"/>
      <dgm:spPr/>
    </dgm:pt>
    <dgm:pt modelId="{C5A09778-FD08-4E7B-9DC3-8A7AE7618928}" type="pres">
      <dgm:prSet presAssocID="{019A6420-4EFF-4B57-8542-EE59BECDA60D}" presName="parTx" presStyleLbl="revTx" presStyleIdx="1" presStyleCnt="4">
        <dgm:presLayoutVars>
          <dgm:chMax val="0"/>
          <dgm:chPref val="0"/>
        </dgm:presLayoutVars>
      </dgm:prSet>
      <dgm:spPr/>
    </dgm:pt>
    <dgm:pt modelId="{F5466542-F30F-4482-9A00-33A84A2BF0B4}" type="pres">
      <dgm:prSet presAssocID="{3B42DB66-6828-4BD6-B46A-E182B0AEE408}" presName="sibTrans" presStyleCnt="0"/>
      <dgm:spPr/>
    </dgm:pt>
    <dgm:pt modelId="{0F843C7E-6F72-4F4C-8E66-C6BCA83C6E3A}" type="pres">
      <dgm:prSet presAssocID="{AE00C8DA-F9EB-41B0-98B2-53A83855B9D1}" presName="compNode" presStyleCnt="0"/>
      <dgm:spPr/>
    </dgm:pt>
    <dgm:pt modelId="{E850FBAD-7C5A-44FE-860B-E1BFE4C20F54}" type="pres">
      <dgm:prSet presAssocID="{AE00C8DA-F9EB-41B0-98B2-53A83855B9D1}" presName="bgRect" presStyleLbl="bgShp" presStyleIdx="2" presStyleCnt="4"/>
      <dgm:spPr/>
    </dgm:pt>
    <dgm:pt modelId="{D13DD953-6607-40CB-B5AF-E227EFA09F2E}" type="pres">
      <dgm:prSet presAssocID="{AE00C8DA-F9EB-41B0-98B2-53A83855B9D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1BA0CFD6-A427-47D1-B7AD-E4DA87C34D4E}" type="pres">
      <dgm:prSet presAssocID="{AE00C8DA-F9EB-41B0-98B2-53A83855B9D1}" presName="spaceRect" presStyleCnt="0"/>
      <dgm:spPr/>
    </dgm:pt>
    <dgm:pt modelId="{64E99FD9-F32F-4D40-91CB-4D6125436387}" type="pres">
      <dgm:prSet presAssocID="{AE00C8DA-F9EB-41B0-98B2-53A83855B9D1}" presName="parTx" presStyleLbl="revTx" presStyleIdx="2" presStyleCnt="4">
        <dgm:presLayoutVars>
          <dgm:chMax val="0"/>
          <dgm:chPref val="0"/>
        </dgm:presLayoutVars>
      </dgm:prSet>
      <dgm:spPr/>
    </dgm:pt>
    <dgm:pt modelId="{6CBE87F6-90CB-4917-9EE5-D1077830BCB0}" type="pres">
      <dgm:prSet presAssocID="{65FF4C29-2959-4898-8150-62C42DCD2C94}" presName="sibTrans" presStyleCnt="0"/>
      <dgm:spPr/>
    </dgm:pt>
    <dgm:pt modelId="{A45A4C8C-CD77-454A-9B18-A612F1F4324A}" type="pres">
      <dgm:prSet presAssocID="{25C3374A-F89E-464D-AEAF-E1263872761B}" presName="compNode" presStyleCnt="0"/>
      <dgm:spPr/>
    </dgm:pt>
    <dgm:pt modelId="{499E07F7-662F-4F27-AA5C-86318F9C6DD9}" type="pres">
      <dgm:prSet presAssocID="{25C3374A-F89E-464D-AEAF-E1263872761B}" presName="bgRect" presStyleLbl="bgShp" presStyleIdx="3" presStyleCnt="4"/>
      <dgm:spPr/>
    </dgm:pt>
    <dgm:pt modelId="{C810DCEA-9994-4509-A69C-31200669D87B}" type="pres">
      <dgm:prSet presAssocID="{25C3374A-F89E-464D-AEAF-E1263872761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D13887A-9C88-4625-A45A-6A31C2BB6527}" type="pres">
      <dgm:prSet presAssocID="{25C3374A-F89E-464D-AEAF-E1263872761B}" presName="spaceRect" presStyleCnt="0"/>
      <dgm:spPr/>
    </dgm:pt>
    <dgm:pt modelId="{D4E2805B-2CA1-45AF-B621-99F40B9134A0}" type="pres">
      <dgm:prSet presAssocID="{25C3374A-F89E-464D-AEAF-E1263872761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3D5C205-91C2-493A-A818-7EAF25AC6784}" srcId="{024FD71B-4C0C-428E-9CA8-43F7C5DA7D8F}" destId="{25C3374A-F89E-464D-AEAF-E1263872761B}" srcOrd="3" destOrd="0" parTransId="{59C1414F-77BF-4E5D-B95A-D1442A6293FF}" sibTransId="{D3814DA0-360D-49EE-B0A2-6D3DAEDE3E69}"/>
    <dgm:cxn modelId="{4A5E7339-E1CE-413C-AD2F-796C56DDB77B}" srcId="{024FD71B-4C0C-428E-9CA8-43F7C5DA7D8F}" destId="{D22F0D3B-1FD3-4DBF-916E-3D544D33DC9E}" srcOrd="0" destOrd="0" parTransId="{C7B505CA-84AC-4245-B74E-1CC1F9765C70}" sibTransId="{0CA1484C-1BFC-4604-A34E-87409A27D23D}"/>
    <dgm:cxn modelId="{5889E17E-93C4-4077-B23D-69CBFC85F2D9}" type="presOf" srcId="{D22F0D3B-1FD3-4DBF-916E-3D544D33DC9E}" destId="{76BAAAC6-3234-4C0D-9792-6D4B7B70F046}" srcOrd="0" destOrd="0" presId="urn:microsoft.com/office/officeart/2018/2/layout/IconVerticalSolidList"/>
    <dgm:cxn modelId="{0C0211B4-3748-4491-BE34-EE13390A07E9}" type="presOf" srcId="{019A6420-4EFF-4B57-8542-EE59BECDA60D}" destId="{C5A09778-FD08-4E7B-9DC3-8A7AE7618928}" srcOrd="0" destOrd="0" presId="urn:microsoft.com/office/officeart/2018/2/layout/IconVerticalSolidList"/>
    <dgm:cxn modelId="{09A4E7BE-0677-4475-A499-624ACD12F774}" type="presOf" srcId="{AE00C8DA-F9EB-41B0-98B2-53A83855B9D1}" destId="{64E99FD9-F32F-4D40-91CB-4D6125436387}" srcOrd="0" destOrd="0" presId="urn:microsoft.com/office/officeart/2018/2/layout/IconVerticalSolidList"/>
    <dgm:cxn modelId="{1FC23AC1-C5A0-4D30-A601-2C7E63C76FE3}" srcId="{024FD71B-4C0C-428E-9CA8-43F7C5DA7D8F}" destId="{019A6420-4EFF-4B57-8542-EE59BECDA60D}" srcOrd="1" destOrd="0" parTransId="{2B1259A4-7C1F-4C97-85A7-475436C1040F}" sibTransId="{3B42DB66-6828-4BD6-B46A-E182B0AEE408}"/>
    <dgm:cxn modelId="{A97225D5-E1F2-48AB-BBA4-B1CE89E2EED4}" type="presOf" srcId="{25C3374A-F89E-464D-AEAF-E1263872761B}" destId="{D4E2805B-2CA1-45AF-B621-99F40B9134A0}" srcOrd="0" destOrd="0" presId="urn:microsoft.com/office/officeart/2018/2/layout/IconVerticalSolidList"/>
    <dgm:cxn modelId="{10840BEB-A06D-49B6-B6CD-08A0D0407FB5}" srcId="{024FD71B-4C0C-428E-9CA8-43F7C5DA7D8F}" destId="{AE00C8DA-F9EB-41B0-98B2-53A83855B9D1}" srcOrd="2" destOrd="0" parTransId="{4384C6C2-EFB9-470C-ADB1-787CAD2D2AF2}" sibTransId="{65FF4C29-2959-4898-8150-62C42DCD2C94}"/>
    <dgm:cxn modelId="{AA2935EC-7A99-4386-940B-8245B84E8C2F}" type="presOf" srcId="{024FD71B-4C0C-428E-9CA8-43F7C5DA7D8F}" destId="{E9F238FA-5B79-4148-BC74-D620913E81F0}" srcOrd="0" destOrd="0" presId="urn:microsoft.com/office/officeart/2018/2/layout/IconVerticalSolidList"/>
    <dgm:cxn modelId="{B40E89CD-05E0-416A-B232-9483289A6A1E}" type="presParOf" srcId="{E9F238FA-5B79-4148-BC74-D620913E81F0}" destId="{339678EC-1B66-4D76-AD5E-02BD45833CAB}" srcOrd="0" destOrd="0" presId="urn:microsoft.com/office/officeart/2018/2/layout/IconVerticalSolidList"/>
    <dgm:cxn modelId="{3D9B893D-0453-4FE1-89BB-119A0CEB3DB4}" type="presParOf" srcId="{339678EC-1B66-4D76-AD5E-02BD45833CAB}" destId="{D3C6A565-063E-4101-A87C-BB21BEC190AB}" srcOrd="0" destOrd="0" presId="urn:microsoft.com/office/officeart/2018/2/layout/IconVerticalSolidList"/>
    <dgm:cxn modelId="{77829800-4DE4-4653-8842-C63900321392}" type="presParOf" srcId="{339678EC-1B66-4D76-AD5E-02BD45833CAB}" destId="{9CCA613E-D960-4695-8A4F-FD4311EFA4A5}" srcOrd="1" destOrd="0" presId="urn:microsoft.com/office/officeart/2018/2/layout/IconVerticalSolidList"/>
    <dgm:cxn modelId="{754BFD8A-E6A9-4549-B4E5-F019FE6D33C9}" type="presParOf" srcId="{339678EC-1B66-4D76-AD5E-02BD45833CAB}" destId="{90C220F6-FCCE-429D-9610-FB19DADA6CA5}" srcOrd="2" destOrd="0" presId="urn:microsoft.com/office/officeart/2018/2/layout/IconVerticalSolidList"/>
    <dgm:cxn modelId="{F25DEC73-3F91-48DB-8D4C-000F8A780EAD}" type="presParOf" srcId="{339678EC-1B66-4D76-AD5E-02BD45833CAB}" destId="{76BAAAC6-3234-4C0D-9792-6D4B7B70F046}" srcOrd="3" destOrd="0" presId="urn:microsoft.com/office/officeart/2018/2/layout/IconVerticalSolidList"/>
    <dgm:cxn modelId="{389A0135-3955-4A06-9C9B-F9C2769F4156}" type="presParOf" srcId="{E9F238FA-5B79-4148-BC74-D620913E81F0}" destId="{4CEABF15-4DE1-47A7-BF1F-67F136AD9A58}" srcOrd="1" destOrd="0" presId="urn:microsoft.com/office/officeart/2018/2/layout/IconVerticalSolidList"/>
    <dgm:cxn modelId="{CE03E888-8BA3-4635-8638-06D379760983}" type="presParOf" srcId="{E9F238FA-5B79-4148-BC74-D620913E81F0}" destId="{3D0218BC-295E-4758-B8C1-C5AF4996D314}" srcOrd="2" destOrd="0" presId="urn:microsoft.com/office/officeart/2018/2/layout/IconVerticalSolidList"/>
    <dgm:cxn modelId="{6BC55D5E-7FCB-4FBA-9EAD-17D2492AE0DE}" type="presParOf" srcId="{3D0218BC-295E-4758-B8C1-C5AF4996D314}" destId="{A073331B-EA42-4FB2-8CBC-92EC9754D9F2}" srcOrd="0" destOrd="0" presId="urn:microsoft.com/office/officeart/2018/2/layout/IconVerticalSolidList"/>
    <dgm:cxn modelId="{42276631-D117-487E-911A-9D6C864A445A}" type="presParOf" srcId="{3D0218BC-295E-4758-B8C1-C5AF4996D314}" destId="{0F111F64-AF2C-4462-91AE-E0B14F4B962C}" srcOrd="1" destOrd="0" presId="urn:microsoft.com/office/officeart/2018/2/layout/IconVerticalSolidList"/>
    <dgm:cxn modelId="{5228E461-1570-437B-8307-ED5997F146A6}" type="presParOf" srcId="{3D0218BC-295E-4758-B8C1-C5AF4996D314}" destId="{792F63C9-42F9-4CF4-861F-D936148734A5}" srcOrd="2" destOrd="0" presId="urn:microsoft.com/office/officeart/2018/2/layout/IconVerticalSolidList"/>
    <dgm:cxn modelId="{FB8CB728-AAC2-44AA-9438-AAF818A8B7C9}" type="presParOf" srcId="{3D0218BC-295E-4758-B8C1-C5AF4996D314}" destId="{C5A09778-FD08-4E7B-9DC3-8A7AE7618928}" srcOrd="3" destOrd="0" presId="urn:microsoft.com/office/officeart/2018/2/layout/IconVerticalSolidList"/>
    <dgm:cxn modelId="{B011D93C-DDC5-4D7E-85C6-F0C12235995E}" type="presParOf" srcId="{E9F238FA-5B79-4148-BC74-D620913E81F0}" destId="{F5466542-F30F-4482-9A00-33A84A2BF0B4}" srcOrd="3" destOrd="0" presId="urn:microsoft.com/office/officeart/2018/2/layout/IconVerticalSolidList"/>
    <dgm:cxn modelId="{9D40836C-A653-4567-A00D-4F3DAB88E868}" type="presParOf" srcId="{E9F238FA-5B79-4148-BC74-D620913E81F0}" destId="{0F843C7E-6F72-4F4C-8E66-C6BCA83C6E3A}" srcOrd="4" destOrd="0" presId="urn:microsoft.com/office/officeart/2018/2/layout/IconVerticalSolidList"/>
    <dgm:cxn modelId="{3DD9C160-E0A4-427A-898F-EAEF9131B8EE}" type="presParOf" srcId="{0F843C7E-6F72-4F4C-8E66-C6BCA83C6E3A}" destId="{E850FBAD-7C5A-44FE-860B-E1BFE4C20F54}" srcOrd="0" destOrd="0" presId="urn:microsoft.com/office/officeart/2018/2/layout/IconVerticalSolidList"/>
    <dgm:cxn modelId="{6DAC67CF-36C3-4F32-94B7-D355B72ADE05}" type="presParOf" srcId="{0F843C7E-6F72-4F4C-8E66-C6BCA83C6E3A}" destId="{D13DD953-6607-40CB-B5AF-E227EFA09F2E}" srcOrd="1" destOrd="0" presId="urn:microsoft.com/office/officeart/2018/2/layout/IconVerticalSolidList"/>
    <dgm:cxn modelId="{2DAE8E6C-C7AC-4EA2-BCB2-6C4F45CF6544}" type="presParOf" srcId="{0F843C7E-6F72-4F4C-8E66-C6BCA83C6E3A}" destId="{1BA0CFD6-A427-47D1-B7AD-E4DA87C34D4E}" srcOrd="2" destOrd="0" presId="urn:microsoft.com/office/officeart/2018/2/layout/IconVerticalSolidList"/>
    <dgm:cxn modelId="{61F659C4-2E67-4597-99B7-E17214DFA77C}" type="presParOf" srcId="{0F843C7E-6F72-4F4C-8E66-C6BCA83C6E3A}" destId="{64E99FD9-F32F-4D40-91CB-4D6125436387}" srcOrd="3" destOrd="0" presId="urn:microsoft.com/office/officeart/2018/2/layout/IconVerticalSolidList"/>
    <dgm:cxn modelId="{B59CDFEE-F772-438A-95B1-9BE9CE41CCDA}" type="presParOf" srcId="{E9F238FA-5B79-4148-BC74-D620913E81F0}" destId="{6CBE87F6-90CB-4917-9EE5-D1077830BCB0}" srcOrd="5" destOrd="0" presId="urn:microsoft.com/office/officeart/2018/2/layout/IconVerticalSolidList"/>
    <dgm:cxn modelId="{F81BF4F5-052E-4DBB-8460-804D503FDF9D}" type="presParOf" srcId="{E9F238FA-5B79-4148-BC74-D620913E81F0}" destId="{A45A4C8C-CD77-454A-9B18-A612F1F4324A}" srcOrd="6" destOrd="0" presId="urn:microsoft.com/office/officeart/2018/2/layout/IconVerticalSolidList"/>
    <dgm:cxn modelId="{5ED2246B-9585-4C8F-9E58-5074E61EAEDC}" type="presParOf" srcId="{A45A4C8C-CD77-454A-9B18-A612F1F4324A}" destId="{499E07F7-662F-4F27-AA5C-86318F9C6DD9}" srcOrd="0" destOrd="0" presId="urn:microsoft.com/office/officeart/2018/2/layout/IconVerticalSolidList"/>
    <dgm:cxn modelId="{C44D4124-EAF3-4F41-9B38-DAE992E43C3D}" type="presParOf" srcId="{A45A4C8C-CD77-454A-9B18-A612F1F4324A}" destId="{C810DCEA-9994-4509-A69C-31200669D87B}" srcOrd="1" destOrd="0" presId="urn:microsoft.com/office/officeart/2018/2/layout/IconVerticalSolidList"/>
    <dgm:cxn modelId="{2C690626-94FD-454E-9F87-594B97D59E16}" type="presParOf" srcId="{A45A4C8C-CD77-454A-9B18-A612F1F4324A}" destId="{3D13887A-9C88-4625-A45A-6A31C2BB6527}" srcOrd="2" destOrd="0" presId="urn:microsoft.com/office/officeart/2018/2/layout/IconVerticalSolidList"/>
    <dgm:cxn modelId="{AABF21A4-B9BE-4449-AB76-915E978944D0}" type="presParOf" srcId="{A45A4C8C-CD77-454A-9B18-A612F1F4324A}" destId="{D4E2805B-2CA1-45AF-B621-99F40B9134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15535BE-FF89-4FDC-AC95-AF3AE679F77D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60731AB-B350-485C-B35D-D89917220455}">
      <dgm:prSet/>
      <dgm:spPr/>
      <dgm:t>
        <a:bodyPr/>
        <a:lstStyle/>
        <a:p>
          <a:r>
            <a:rPr lang="en-US"/>
            <a:t>Phase 1</a:t>
          </a:r>
        </a:p>
      </dgm:t>
    </dgm:pt>
    <dgm:pt modelId="{2025236C-AC07-494C-8CC9-C7CC6CE304FA}" type="parTrans" cxnId="{39B88215-5AD9-408B-B412-97164288FAC1}">
      <dgm:prSet/>
      <dgm:spPr/>
      <dgm:t>
        <a:bodyPr/>
        <a:lstStyle/>
        <a:p>
          <a:endParaRPr lang="en-US"/>
        </a:p>
      </dgm:t>
    </dgm:pt>
    <dgm:pt modelId="{FAE8DBF2-E880-4941-BF2C-67AFE2EEB969}" type="sibTrans" cxnId="{39B88215-5AD9-408B-B412-97164288FAC1}">
      <dgm:prSet/>
      <dgm:spPr/>
      <dgm:t>
        <a:bodyPr/>
        <a:lstStyle/>
        <a:p>
          <a:endParaRPr lang="en-US"/>
        </a:p>
      </dgm:t>
    </dgm:pt>
    <dgm:pt modelId="{7C3D6408-C900-438B-B0E2-2895DEF2E05E}">
      <dgm:prSet/>
      <dgm:spPr/>
      <dgm:t>
        <a:bodyPr/>
        <a:lstStyle/>
        <a:p>
          <a:r>
            <a:rPr lang="en-US"/>
            <a:t>Phase 1</a:t>
          </a:r>
        </a:p>
      </dgm:t>
    </dgm:pt>
    <dgm:pt modelId="{96FD8076-EB7A-4D73-810A-6606E95B249E}" type="parTrans" cxnId="{EBA4F379-855E-41FA-AC5B-24CE0A2E9210}">
      <dgm:prSet/>
      <dgm:spPr/>
      <dgm:t>
        <a:bodyPr/>
        <a:lstStyle/>
        <a:p>
          <a:endParaRPr lang="en-US"/>
        </a:p>
      </dgm:t>
    </dgm:pt>
    <dgm:pt modelId="{386F93FA-4900-4BC1-9161-5E659DD57FBC}" type="sibTrans" cxnId="{EBA4F379-855E-41FA-AC5B-24CE0A2E9210}">
      <dgm:prSet/>
      <dgm:spPr/>
      <dgm:t>
        <a:bodyPr/>
        <a:lstStyle/>
        <a:p>
          <a:endParaRPr lang="en-US"/>
        </a:p>
      </dgm:t>
    </dgm:pt>
    <dgm:pt modelId="{8261646F-D8A9-4D9B-91F5-5FF167D129EF}">
      <dgm:prSet/>
      <dgm:spPr/>
      <dgm:t>
        <a:bodyPr/>
        <a:lstStyle/>
        <a:p>
          <a:r>
            <a:rPr lang="en-US" dirty="0"/>
            <a:t>February 22</a:t>
          </a:r>
        </a:p>
      </dgm:t>
    </dgm:pt>
    <dgm:pt modelId="{37F56A06-13FB-41DB-B33D-50596B84EDEA}" type="parTrans" cxnId="{8C075956-8851-4AE3-A969-4C29F898A192}">
      <dgm:prSet/>
      <dgm:spPr/>
      <dgm:t>
        <a:bodyPr/>
        <a:lstStyle/>
        <a:p>
          <a:endParaRPr lang="en-US"/>
        </a:p>
      </dgm:t>
    </dgm:pt>
    <dgm:pt modelId="{09F71539-89F9-44CD-98BC-605C28D152D3}" type="sibTrans" cxnId="{8C075956-8851-4AE3-A969-4C29F898A192}">
      <dgm:prSet/>
      <dgm:spPr/>
      <dgm:t>
        <a:bodyPr/>
        <a:lstStyle/>
        <a:p>
          <a:endParaRPr lang="en-US"/>
        </a:p>
      </dgm:t>
    </dgm:pt>
    <dgm:pt modelId="{46FABA60-B1A0-4D7F-9D19-37A6B201FF3D}">
      <dgm:prSet/>
      <dgm:spPr/>
      <dgm:t>
        <a:bodyPr/>
        <a:lstStyle/>
        <a:p>
          <a:r>
            <a:rPr lang="en-US" dirty="0"/>
            <a:t>Brainstorm Ideas and select project to propose</a:t>
          </a:r>
        </a:p>
      </dgm:t>
    </dgm:pt>
    <dgm:pt modelId="{EE913DAE-7895-4602-B8C0-131847797E31}" type="parTrans" cxnId="{3FFB2AFE-D3A6-401D-A5D2-17BB358A4E37}">
      <dgm:prSet/>
      <dgm:spPr/>
      <dgm:t>
        <a:bodyPr/>
        <a:lstStyle/>
        <a:p>
          <a:endParaRPr lang="en-US"/>
        </a:p>
      </dgm:t>
    </dgm:pt>
    <dgm:pt modelId="{8765C61C-E4FC-4704-9137-66EA4CB827B3}" type="sibTrans" cxnId="{3FFB2AFE-D3A6-401D-A5D2-17BB358A4E37}">
      <dgm:prSet/>
      <dgm:spPr/>
      <dgm:t>
        <a:bodyPr/>
        <a:lstStyle/>
        <a:p>
          <a:endParaRPr lang="en-US"/>
        </a:p>
      </dgm:t>
    </dgm:pt>
    <dgm:pt modelId="{21025C03-96DC-4C6B-8179-FABC89DD1B76}">
      <dgm:prSet/>
      <dgm:spPr/>
      <dgm:t>
        <a:bodyPr/>
        <a:lstStyle/>
        <a:p>
          <a:r>
            <a:rPr lang="en-US"/>
            <a:t>Phase 2</a:t>
          </a:r>
        </a:p>
      </dgm:t>
    </dgm:pt>
    <dgm:pt modelId="{799527CA-2DB0-4E96-BE19-A7859317F085}" type="parTrans" cxnId="{08CD48D8-C4FC-43AD-9BBF-46B33CF0E3DE}">
      <dgm:prSet/>
      <dgm:spPr/>
      <dgm:t>
        <a:bodyPr/>
        <a:lstStyle/>
        <a:p>
          <a:endParaRPr lang="en-US"/>
        </a:p>
      </dgm:t>
    </dgm:pt>
    <dgm:pt modelId="{388F6FB3-CF18-4634-836F-33EF50537383}" type="sibTrans" cxnId="{08CD48D8-C4FC-43AD-9BBF-46B33CF0E3DE}">
      <dgm:prSet/>
      <dgm:spPr/>
      <dgm:t>
        <a:bodyPr/>
        <a:lstStyle/>
        <a:p>
          <a:endParaRPr lang="en-US"/>
        </a:p>
      </dgm:t>
    </dgm:pt>
    <dgm:pt modelId="{BEFBA40B-8DC7-4B10-A138-2C27C5726378}">
      <dgm:prSet/>
      <dgm:spPr/>
      <dgm:t>
        <a:bodyPr/>
        <a:lstStyle/>
        <a:p>
          <a:r>
            <a:rPr lang="en-US"/>
            <a:t>Phase 2</a:t>
          </a:r>
        </a:p>
      </dgm:t>
    </dgm:pt>
    <dgm:pt modelId="{599897C6-9926-4060-AB74-52E514D040B0}" type="parTrans" cxnId="{F6EAADDD-5B0C-4AF4-9159-5CE4476AFBFB}">
      <dgm:prSet/>
      <dgm:spPr/>
      <dgm:t>
        <a:bodyPr/>
        <a:lstStyle/>
        <a:p>
          <a:endParaRPr lang="en-US"/>
        </a:p>
      </dgm:t>
    </dgm:pt>
    <dgm:pt modelId="{15E04CFA-BABE-4216-96E8-CA0E05873C4D}" type="sibTrans" cxnId="{F6EAADDD-5B0C-4AF4-9159-5CE4476AFBFB}">
      <dgm:prSet/>
      <dgm:spPr/>
      <dgm:t>
        <a:bodyPr/>
        <a:lstStyle/>
        <a:p>
          <a:endParaRPr lang="en-US"/>
        </a:p>
      </dgm:t>
    </dgm:pt>
    <dgm:pt modelId="{9A8DA56B-AE13-4007-B3A3-5B61F7D5AEB3}">
      <dgm:prSet/>
      <dgm:spPr/>
      <dgm:t>
        <a:bodyPr/>
        <a:lstStyle/>
        <a:p>
          <a:r>
            <a:rPr lang="en-US" dirty="0"/>
            <a:t>March 22</a:t>
          </a:r>
        </a:p>
      </dgm:t>
    </dgm:pt>
    <dgm:pt modelId="{F68629D0-7429-4391-9E96-9C6EAD0F0747}" type="parTrans" cxnId="{195D85FC-A485-4345-B606-7D658F9268EA}">
      <dgm:prSet/>
      <dgm:spPr/>
      <dgm:t>
        <a:bodyPr/>
        <a:lstStyle/>
        <a:p>
          <a:endParaRPr lang="en-US"/>
        </a:p>
      </dgm:t>
    </dgm:pt>
    <dgm:pt modelId="{EDDDAAA9-054B-42BE-8653-93273FEFFE8E}" type="sibTrans" cxnId="{195D85FC-A485-4345-B606-7D658F9268EA}">
      <dgm:prSet/>
      <dgm:spPr/>
      <dgm:t>
        <a:bodyPr/>
        <a:lstStyle/>
        <a:p>
          <a:endParaRPr lang="en-US"/>
        </a:p>
      </dgm:t>
    </dgm:pt>
    <dgm:pt modelId="{1F9214EE-C4C9-476E-89C4-C3EA14BA5662}">
      <dgm:prSet/>
      <dgm:spPr/>
      <dgm:t>
        <a:bodyPr/>
        <a:lstStyle/>
        <a:p>
          <a:r>
            <a:rPr lang="en-US" dirty="0"/>
            <a:t>Frontend development</a:t>
          </a:r>
        </a:p>
      </dgm:t>
    </dgm:pt>
    <dgm:pt modelId="{B9C5ED8A-2717-4E93-81A4-A9C72C899A34}" type="parTrans" cxnId="{609FAA9C-B8C5-4E45-9DFC-6F1276D5CD21}">
      <dgm:prSet/>
      <dgm:spPr/>
      <dgm:t>
        <a:bodyPr/>
        <a:lstStyle/>
        <a:p>
          <a:endParaRPr lang="en-US"/>
        </a:p>
      </dgm:t>
    </dgm:pt>
    <dgm:pt modelId="{CD85E664-EB11-45F9-A6FB-095CA5B6F6EC}" type="sibTrans" cxnId="{609FAA9C-B8C5-4E45-9DFC-6F1276D5CD21}">
      <dgm:prSet/>
      <dgm:spPr/>
      <dgm:t>
        <a:bodyPr/>
        <a:lstStyle/>
        <a:p>
          <a:endParaRPr lang="en-US"/>
        </a:p>
      </dgm:t>
    </dgm:pt>
    <dgm:pt modelId="{674B1E26-FC51-4523-B1C5-986B353C68C4}">
      <dgm:prSet/>
      <dgm:spPr/>
      <dgm:t>
        <a:bodyPr/>
        <a:lstStyle/>
        <a:p>
          <a:r>
            <a:rPr lang="en-US"/>
            <a:t>Phase 3</a:t>
          </a:r>
        </a:p>
      </dgm:t>
    </dgm:pt>
    <dgm:pt modelId="{82F494E2-FAB0-4036-97F5-DDAF14EE1A3B}" type="parTrans" cxnId="{6608CC1E-D311-4E6E-B824-D97D8E76617B}">
      <dgm:prSet/>
      <dgm:spPr/>
      <dgm:t>
        <a:bodyPr/>
        <a:lstStyle/>
        <a:p>
          <a:endParaRPr lang="en-US"/>
        </a:p>
      </dgm:t>
    </dgm:pt>
    <dgm:pt modelId="{1288CE4C-ADCF-46EE-92F9-5F7A8A4F4AD5}" type="sibTrans" cxnId="{6608CC1E-D311-4E6E-B824-D97D8E76617B}">
      <dgm:prSet/>
      <dgm:spPr/>
      <dgm:t>
        <a:bodyPr/>
        <a:lstStyle/>
        <a:p>
          <a:endParaRPr lang="en-US"/>
        </a:p>
      </dgm:t>
    </dgm:pt>
    <dgm:pt modelId="{8F9130FD-01F7-4352-914F-B58F1D1975AD}">
      <dgm:prSet/>
      <dgm:spPr/>
      <dgm:t>
        <a:bodyPr/>
        <a:lstStyle/>
        <a:p>
          <a:r>
            <a:rPr lang="en-US"/>
            <a:t>Phase 3</a:t>
          </a:r>
        </a:p>
      </dgm:t>
    </dgm:pt>
    <dgm:pt modelId="{BC4C57FF-2BC2-4A35-BBF7-B16831294B14}" type="parTrans" cxnId="{6B6EF066-B879-4BC9-85B7-4C9852AC02F2}">
      <dgm:prSet/>
      <dgm:spPr/>
      <dgm:t>
        <a:bodyPr/>
        <a:lstStyle/>
        <a:p>
          <a:endParaRPr lang="en-US"/>
        </a:p>
      </dgm:t>
    </dgm:pt>
    <dgm:pt modelId="{E35F8FF0-2306-43AD-9C08-77C6D4D9AB5E}" type="sibTrans" cxnId="{6B6EF066-B879-4BC9-85B7-4C9852AC02F2}">
      <dgm:prSet/>
      <dgm:spPr/>
      <dgm:t>
        <a:bodyPr/>
        <a:lstStyle/>
        <a:p>
          <a:endParaRPr lang="en-US"/>
        </a:p>
      </dgm:t>
    </dgm:pt>
    <dgm:pt modelId="{D09B1742-9094-44AE-9654-0DFDE8627E56}">
      <dgm:prSet/>
      <dgm:spPr/>
      <dgm:t>
        <a:bodyPr/>
        <a:lstStyle/>
        <a:p>
          <a:r>
            <a:rPr lang="en-US" dirty="0"/>
            <a:t>April 19</a:t>
          </a:r>
        </a:p>
      </dgm:t>
    </dgm:pt>
    <dgm:pt modelId="{3A6CC934-967E-4E3B-B371-300D3D940BA5}" type="parTrans" cxnId="{AE229EAF-F137-4020-B521-83A03D63A71A}">
      <dgm:prSet/>
      <dgm:spPr/>
      <dgm:t>
        <a:bodyPr/>
        <a:lstStyle/>
        <a:p>
          <a:endParaRPr lang="en-US"/>
        </a:p>
      </dgm:t>
    </dgm:pt>
    <dgm:pt modelId="{2891265B-FC64-4B41-881B-9FD3F3B21E5C}" type="sibTrans" cxnId="{AE229EAF-F137-4020-B521-83A03D63A71A}">
      <dgm:prSet/>
      <dgm:spPr/>
      <dgm:t>
        <a:bodyPr/>
        <a:lstStyle/>
        <a:p>
          <a:endParaRPr lang="en-US"/>
        </a:p>
      </dgm:t>
    </dgm:pt>
    <dgm:pt modelId="{29F8CB89-3556-4BF9-AEDA-A7E6EF2A5776}">
      <dgm:prSet/>
      <dgm:spPr/>
      <dgm:t>
        <a:bodyPr/>
        <a:lstStyle/>
        <a:p>
          <a:r>
            <a:rPr lang="en-US" dirty="0"/>
            <a:t>Backend development</a:t>
          </a:r>
        </a:p>
      </dgm:t>
    </dgm:pt>
    <dgm:pt modelId="{EE191E87-C322-4943-94C7-C683DB4F3C6E}" type="parTrans" cxnId="{D223D6F4-FBA4-4F0E-A43C-74D9B76CF498}">
      <dgm:prSet/>
      <dgm:spPr/>
      <dgm:t>
        <a:bodyPr/>
        <a:lstStyle/>
        <a:p>
          <a:endParaRPr lang="en-US"/>
        </a:p>
      </dgm:t>
    </dgm:pt>
    <dgm:pt modelId="{2F164219-78CA-4758-AD01-AE2B82C35EC6}" type="sibTrans" cxnId="{D223D6F4-FBA4-4F0E-A43C-74D9B76CF498}">
      <dgm:prSet/>
      <dgm:spPr/>
      <dgm:t>
        <a:bodyPr/>
        <a:lstStyle/>
        <a:p>
          <a:endParaRPr lang="en-US"/>
        </a:p>
      </dgm:t>
    </dgm:pt>
    <dgm:pt modelId="{B2EEBA7A-5CBD-4864-9DCB-5901A0688F9F}">
      <dgm:prSet/>
      <dgm:spPr/>
      <dgm:t>
        <a:bodyPr/>
        <a:lstStyle/>
        <a:p>
          <a:r>
            <a:rPr lang="en-US"/>
            <a:t>Phase 4</a:t>
          </a:r>
        </a:p>
      </dgm:t>
    </dgm:pt>
    <dgm:pt modelId="{781F42B0-F65C-4EE7-8C44-57015B08AD8B}" type="parTrans" cxnId="{91096494-9536-4EDB-AF10-3F635BE7805B}">
      <dgm:prSet/>
      <dgm:spPr/>
      <dgm:t>
        <a:bodyPr/>
        <a:lstStyle/>
        <a:p>
          <a:endParaRPr lang="en-US"/>
        </a:p>
      </dgm:t>
    </dgm:pt>
    <dgm:pt modelId="{D1002E2D-401A-4204-9ABB-A6EF32ECB60D}" type="sibTrans" cxnId="{91096494-9536-4EDB-AF10-3F635BE7805B}">
      <dgm:prSet/>
      <dgm:spPr/>
      <dgm:t>
        <a:bodyPr/>
        <a:lstStyle/>
        <a:p>
          <a:endParaRPr lang="en-US"/>
        </a:p>
      </dgm:t>
    </dgm:pt>
    <dgm:pt modelId="{0F107FA8-6E5C-4C4E-AE45-055369744B1A}">
      <dgm:prSet/>
      <dgm:spPr/>
      <dgm:t>
        <a:bodyPr/>
        <a:lstStyle/>
        <a:p>
          <a:r>
            <a:rPr lang="en-US"/>
            <a:t>Phase 4</a:t>
          </a:r>
        </a:p>
      </dgm:t>
    </dgm:pt>
    <dgm:pt modelId="{77A22C43-7857-42D0-9C08-69AF97AF62B5}" type="parTrans" cxnId="{CAE6B7AC-F747-43BA-ACC1-133BA712035D}">
      <dgm:prSet/>
      <dgm:spPr/>
      <dgm:t>
        <a:bodyPr/>
        <a:lstStyle/>
        <a:p>
          <a:endParaRPr lang="en-US"/>
        </a:p>
      </dgm:t>
    </dgm:pt>
    <dgm:pt modelId="{74324DB4-097C-4C44-8912-4DBAE87AB01C}" type="sibTrans" cxnId="{CAE6B7AC-F747-43BA-ACC1-133BA712035D}">
      <dgm:prSet/>
      <dgm:spPr/>
      <dgm:t>
        <a:bodyPr/>
        <a:lstStyle/>
        <a:p>
          <a:endParaRPr lang="en-US"/>
        </a:p>
      </dgm:t>
    </dgm:pt>
    <dgm:pt modelId="{6139E3ED-E056-46A7-83BB-0EB1614FAF82}">
      <dgm:prSet/>
      <dgm:spPr/>
      <dgm:t>
        <a:bodyPr/>
        <a:lstStyle/>
        <a:p>
          <a:r>
            <a:rPr lang="en-US" dirty="0"/>
            <a:t>May 11</a:t>
          </a:r>
        </a:p>
      </dgm:t>
    </dgm:pt>
    <dgm:pt modelId="{FB31A01A-5227-4A91-A4A9-0EE3C35DC335}" type="parTrans" cxnId="{5D5F911F-8345-4EDA-BD9C-B572426CFE5A}">
      <dgm:prSet/>
      <dgm:spPr/>
      <dgm:t>
        <a:bodyPr/>
        <a:lstStyle/>
        <a:p>
          <a:endParaRPr lang="en-US"/>
        </a:p>
      </dgm:t>
    </dgm:pt>
    <dgm:pt modelId="{668A9E25-EBFD-4C8B-8ADD-E89E3583B60F}" type="sibTrans" cxnId="{5D5F911F-8345-4EDA-BD9C-B572426CFE5A}">
      <dgm:prSet/>
      <dgm:spPr/>
      <dgm:t>
        <a:bodyPr/>
        <a:lstStyle/>
        <a:p>
          <a:endParaRPr lang="en-US"/>
        </a:p>
      </dgm:t>
    </dgm:pt>
    <dgm:pt modelId="{3D3FD38A-B46A-4F22-9848-1480673B4A01}">
      <dgm:prSet/>
      <dgm:spPr/>
      <dgm:t>
        <a:bodyPr/>
        <a:lstStyle/>
        <a:p>
          <a:r>
            <a:rPr lang="en-US" dirty="0"/>
            <a:t>Test and debug </a:t>
          </a:r>
        </a:p>
      </dgm:t>
    </dgm:pt>
    <dgm:pt modelId="{CFEBEF70-77D3-4805-A5A4-FA859BB7687D}" type="parTrans" cxnId="{2FF0CE29-AC0C-4CE9-BAE8-4758ED3FA496}">
      <dgm:prSet/>
      <dgm:spPr/>
      <dgm:t>
        <a:bodyPr/>
        <a:lstStyle/>
        <a:p>
          <a:endParaRPr lang="en-US"/>
        </a:p>
      </dgm:t>
    </dgm:pt>
    <dgm:pt modelId="{DF23004F-7D77-48A6-ACE6-8716091DBC17}" type="sibTrans" cxnId="{2FF0CE29-AC0C-4CE9-BAE8-4758ED3FA496}">
      <dgm:prSet/>
      <dgm:spPr/>
      <dgm:t>
        <a:bodyPr/>
        <a:lstStyle/>
        <a:p>
          <a:endParaRPr lang="en-US"/>
        </a:p>
      </dgm:t>
    </dgm:pt>
    <dgm:pt modelId="{E467A1E0-3611-4028-BD62-2F961546F9B3}">
      <dgm:prSet/>
      <dgm:spPr/>
      <dgm:t>
        <a:bodyPr/>
        <a:lstStyle/>
        <a:p>
          <a:endParaRPr lang="en-US" dirty="0"/>
        </a:p>
      </dgm:t>
    </dgm:pt>
    <dgm:pt modelId="{DBE2A101-3805-48BE-B9A1-655CAEDFA922}" type="parTrans" cxnId="{E9AB8F7B-3134-4832-A88B-6A6FB7493AE3}">
      <dgm:prSet/>
      <dgm:spPr/>
      <dgm:t>
        <a:bodyPr/>
        <a:lstStyle/>
        <a:p>
          <a:endParaRPr lang="en-US"/>
        </a:p>
      </dgm:t>
    </dgm:pt>
    <dgm:pt modelId="{E0A95BF2-8FF5-427A-8EF8-0DF680B3D1D9}" type="sibTrans" cxnId="{E9AB8F7B-3134-4832-A88B-6A6FB7493AE3}">
      <dgm:prSet/>
      <dgm:spPr/>
      <dgm:t>
        <a:bodyPr/>
        <a:lstStyle/>
        <a:p>
          <a:endParaRPr lang="en-US"/>
        </a:p>
      </dgm:t>
    </dgm:pt>
    <dgm:pt modelId="{4E942684-063A-4B03-B6F9-41ED28F05780}">
      <dgm:prSet/>
      <dgm:spPr/>
      <dgm:t>
        <a:bodyPr/>
        <a:lstStyle/>
        <a:p>
          <a:endParaRPr lang="en-US" dirty="0"/>
        </a:p>
      </dgm:t>
    </dgm:pt>
    <dgm:pt modelId="{570DE2EA-FDD6-4B37-B456-B94C21E26FAD}" type="parTrans" cxnId="{44440B21-4BB6-4842-B6F0-3F21690DBA4F}">
      <dgm:prSet/>
      <dgm:spPr/>
      <dgm:t>
        <a:bodyPr/>
        <a:lstStyle/>
        <a:p>
          <a:endParaRPr lang="en-US"/>
        </a:p>
      </dgm:t>
    </dgm:pt>
    <dgm:pt modelId="{9EB64993-DDD2-45A2-8514-5F5A7DA9D068}" type="sibTrans" cxnId="{44440B21-4BB6-4842-B6F0-3F21690DBA4F}">
      <dgm:prSet/>
      <dgm:spPr/>
      <dgm:t>
        <a:bodyPr/>
        <a:lstStyle/>
        <a:p>
          <a:endParaRPr lang="en-US"/>
        </a:p>
      </dgm:t>
    </dgm:pt>
    <dgm:pt modelId="{8C3FA82B-7FCC-4C20-B447-9F89856BDF73}">
      <dgm:prSet/>
      <dgm:spPr/>
      <dgm:t>
        <a:bodyPr/>
        <a:lstStyle/>
        <a:p>
          <a:endParaRPr lang="en-US" dirty="0"/>
        </a:p>
      </dgm:t>
    </dgm:pt>
    <dgm:pt modelId="{A54EBEC5-AE8A-4179-9319-0FE16A682520}" type="parTrans" cxnId="{A5652890-0B32-4234-8A8C-BCC898C86EC3}">
      <dgm:prSet/>
      <dgm:spPr/>
      <dgm:t>
        <a:bodyPr/>
        <a:lstStyle/>
        <a:p>
          <a:endParaRPr lang="en-US"/>
        </a:p>
      </dgm:t>
    </dgm:pt>
    <dgm:pt modelId="{3A27DF7F-2676-4DE2-9894-F4A244306547}" type="sibTrans" cxnId="{A5652890-0B32-4234-8A8C-BCC898C86EC3}">
      <dgm:prSet/>
      <dgm:spPr/>
      <dgm:t>
        <a:bodyPr/>
        <a:lstStyle/>
        <a:p>
          <a:endParaRPr lang="en-US"/>
        </a:p>
      </dgm:t>
    </dgm:pt>
    <dgm:pt modelId="{DE4CEEEE-4CA0-462A-99E8-B727635AB444}">
      <dgm:prSet/>
      <dgm:spPr/>
      <dgm:t>
        <a:bodyPr/>
        <a:lstStyle/>
        <a:p>
          <a:endParaRPr lang="en-US" dirty="0"/>
        </a:p>
      </dgm:t>
    </dgm:pt>
    <dgm:pt modelId="{1BDBAADB-002F-4A6D-8F55-50EE83C7A1C4}" type="parTrans" cxnId="{971A2BA0-74A2-4ACB-BC19-8B9C48DE390C}">
      <dgm:prSet/>
      <dgm:spPr/>
      <dgm:t>
        <a:bodyPr/>
        <a:lstStyle/>
        <a:p>
          <a:endParaRPr lang="en-US"/>
        </a:p>
      </dgm:t>
    </dgm:pt>
    <dgm:pt modelId="{DED0A378-56BB-415B-9974-0DD0761205DE}" type="sibTrans" cxnId="{971A2BA0-74A2-4ACB-BC19-8B9C48DE390C}">
      <dgm:prSet/>
      <dgm:spPr/>
      <dgm:t>
        <a:bodyPr/>
        <a:lstStyle/>
        <a:p>
          <a:endParaRPr lang="en-US"/>
        </a:p>
      </dgm:t>
    </dgm:pt>
    <dgm:pt modelId="{20D7671B-4699-4246-BD40-D16329527797}" type="pres">
      <dgm:prSet presAssocID="{315535BE-FF89-4FDC-AC95-AF3AE679F77D}" presName="Name0" presStyleCnt="0">
        <dgm:presLayoutVars>
          <dgm:dir/>
          <dgm:animLvl val="lvl"/>
          <dgm:resizeHandles val="exact"/>
        </dgm:presLayoutVars>
      </dgm:prSet>
      <dgm:spPr/>
    </dgm:pt>
    <dgm:pt modelId="{F7550BBF-B891-4A9F-8706-2B97B3A14D7F}" type="pres">
      <dgm:prSet presAssocID="{360731AB-B350-485C-B35D-D89917220455}" presName="composite" presStyleCnt="0"/>
      <dgm:spPr/>
    </dgm:pt>
    <dgm:pt modelId="{90B885E3-8FD0-4F8E-9E5B-455419B897AC}" type="pres">
      <dgm:prSet presAssocID="{360731AB-B350-485C-B35D-D89917220455}" presName="parTx" presStyleLbl="alignNode1" presStyleIdx="0" presStyleCnt="4">
        <dgm:presLayoutVars>
          <dgm:chMax val="0"/>
          <dgm:chPref val="0"/>
        </dgm:presLayoutVars>
      </dgm:prSet>
      <dgm:spPr/>
    </dgm:pt>
    <dgm:pt modelId="{659E704B-85A6-4EAD-9A8D-C9E7E4707EC4}" type="pres">
      <dgm:prSet presAssocID="{360731AB-B350-485C-B35D-D89917220455}" presName="desTx" presStyleLbl="alignAccFollowNode1" presStyleIdx="0" presStyleCnt="4">
        <dgm:presLayoutVars/>
      </dgm:prSet>
      <dgm:spPr/>
    </dgm:pt>
    <dgm:pt modelId="{BAA0F929-68BC-47AA-BFDF-A08B7CBD388A}" type="pres">
      <dgm:prSet presAssocID="{FAE8DBF2-E880-4941-BF2C-67AFE2EEB969}" presName="space" presStyleCnt="0"/>
      <dgm:spPr/>
    </dgm:pt>
    <dgm:pt modelId="{93F068C8-0379-4944-B58E-31917073E634}" type="pres">
      <dgm:prSet presAssocID="{21025C03-96DC-4C6B-8179-FABC89DD1B76}" presName="composite" presStyleCnt="0"/>
      <dgm:spPr/>
    </dgm:pt>
    <dgm:pt modelId="{03F7905F-30BA-438E-A3D6-A1F5862696C0}" type="pres">
      <dgm:prSet presAssocID="{21025C03-96DC-4C6B-8179-FABC89DD1B76}" presName="parTx" presStyleLbl="alignNode1" presStyleIdx="1" presStyleCnt="4">
        <dgm:presLayoutVars>
          <dgm:chMax val="0"/>
          <dgm:chPref val="0"/>
        </dgm:presLayoutVars>
      </dgm:prSet>
      <dgm:spPr/>
    </dgm:pt>
    <dgm:pt modelId="{6F132A6E-F8F1-4BF4-9E40-1C90F291AE93}" type="pres">
      <dgm:prSet presAssocID="{21025C03-96DC-4C6B-8179-FABC89DD1B76}" presName="desTx" presStyleLbl="alignAccFollowNode1" presStyleIdx="1" presStyleCnt="4">
        <dgm:presLayoutVars/>
      </dgm:prSet>
      <dgm:spPr/>
    </dgm:pt>
    <dgm:pt modelId="{E0162402-2554-4035-9573-15B8DBE3AE53}" type="pres">
      <dgm:prSet presAssocID="{388F6FB3-CF18-4634-836F-33EF50537383}" presName="space" presStyleCnt="0"/>
      <dgm:spPr/>
    </dgm:pt>
    <dgm:pt modelId="{62EC72A5-95E8-465D-BF2B-73D8E585B264}" type="pres">
      <dgm:prSet presAssocID="{674B1E26-FC51-4523-B1C5-986B353C68C4}" presName="composite" presStyleCnt="0"/>
      <dgm:spPr/>
    </dgm:pt>
    <dgm:pt modelId="{86F61BC5-7C81-4D11-8F37-E4812588DA23}" type="pres">
      <dgm:prSet presAssocID="{674B1E26-FC51-4523-B1C5-986B353C68C4}" presName="parTx" presStyleLbl="alignNode1" presStyleIdx="2" presStyleCnt="4">
        <dgm:presLayoutVars>
          <dgm:chMax val="0"/>
          <dgm:chPref val="0"/>
        </dgm:presLayoutVars>
      </dgm:prSet>
      <dgm:spPr/>
    </dgm:pt>
    <dgm:pt modelId="{E361E120-0C71-4BB6-8B1B-28FF2CD730BC}" type="pres">
      <dgm:prSet presAssocID="{674B1E26-FC51-4523-B1C5-986B353C68C4}" presName="desTx" presStyleLbl="alignAccFollowNode1" presStyleIdx="2" presStyleCnt="4">
        <dgm:presLayoutVars/>
      </dgm:prSet>
      <dgm:spPr/>
    </dgm:pt>
    <dgm:pt modelId="{F5857D0E-238F-4939-B323-8728C5884FF4}" type="pres">
      <dgm:prSet presAssocID="{1288CE4C-ADCF-46EE-92F9-5F7A8A4F4AD5}" presName="space" presStyleCnt="0"/>
      <dgm:spPr/>
    </dgm:pt>
    <dgm:pt modelId="{7CBFF09D-D652-407A-BC71-CB2E2A46CD04}" type="pres">
      <dgm:prSet presAssocID="{B2EEBA7A-5CBD-4864-9DCB-5901A0688F9F}" presName="composite" presStyleCnt="0"/>
      <dgm:spPr/>
    </dgm:pt>
    <dgm:pt modelId="{CA874D62-8EB4-4AAF-9ACC-319B4D161C07}" type="pres">
      <dgm:prSet presAssocID="{B2EEBA7A-5CBD-4864-9DCB-5901A0688F9F}" presName="parTx" presStyleLbl="alignNode1" presStyleIdx="3" presStyleCnt="4">
        <dgm:presLayoutVars>
          <dgm:chMax val="0"/>
          <dgm:chPref val="0"/>
        </dgm:presLayoutVars>
      </dgm:prSet>
      <dgm:spPr/>
    </dgm:pt>
    <dgm:pt modelId="{57430D1D-8687-42C1-B95B-7FD05393CBA2}" type="pres">
      <dgm:prSet presAssocID="{B2EEBA7A-5CBD-4864-9DCB-5901A0688F9F}" presName="desTx" presStyleLbl="alignAccFollowNode1" presStyleIdx="3" presStyleCnt="4">
        <dgm:presLayoutVars/>
      </dgm:prSet>
      <dgm:spPr/>
    </dgm:pt>
  </dgm:ptLst>
  <dgm:cxnLst>
    <dgm:cxn modelId="{C5D71806-A3CC-42DD-BBD1-2C02D045F2DC}" type="presOf" srcId="{D09B1742-9094-44AE-9654-0DFDE8627E56}" destId="{E361E120-0C71-4BB6-8B1B-28FF2CD730BC}" srcOrd="0" destOrd="1" presId="urn:microsoft.com/office/officeart/2016/7/layout/ChevronBlockProcess"/>
    <dgm:cxn modelId="{39B88215-5AD9-408B-B412-97164288FAC1}" srcId="{315535BE-FF89-4FDC-AC95-AF3AE679F77D}" destId="{360731AB-B350-485C-B35D-D89917220455}" srcOrd="0" destOrd="0" parTransId="{2025236C-AC07-494C-8CC9-C7CC6CE304FA}" sibTransId="{FAE8DBF2-E880-4941-BF2C-67AFE2EEB969}"/>
    <dgm:cxn modelId="{80FF051C-68CD-4773-B094-221D55248068}" type="presOf" srcId="{3D3FD38A-B46A-4F22-9848-1480673B4A01}" destId="{57430D1D-8687-42C1-B95B-7FD05393CBA2}" srcOrd="0" destOrd="3" presId="urn:microsoft.com/office/officeart/2016/7/layout/ChevronBlockProcess"/>
    <dgm:cxn modelId="{F80C501E-420E-4CB3-B5EE-44F30497E14D}" type="presOf" srcId="{B2EEBA7A-5CBD-4864-9DCB-5901A0688F9F}" destId="{CA874D62-8EB4-4AAF-9ACC-319B4D161C07}" srcOrd="0" destOrd="0" presId="urn:microsoft.com/office/officeart/2016/7/layout/ChevronBlockProcess"/>
    <dgm:cxn modelId="{6608CC1E-D311-4E6E-B824-D97D8E76617B}" srcId="{315535BE-FF89-4FDC-AC95-AF3AE679F77D}" destId="{674B1E26-FC51-4523-B1C5-986B353C68C4}" srcOrd="2" destOrd="0" parTransId="{82F494E2-FAB0-4036-97F5-DDAF14EE1A3B}" sibTransId="{1288CE4C-ADCF-46EE-92F9-5F7A8A4F4AD5}"/>
    <dgm:cxn modelId="{5D5F911F-8345-4EDA-BD9C-B572426CFE5A}" srcId="{0F107FA8-6E5C-4C4E-AE45-055369744B1A}" destId="{6139E3ED-E056-46A7-83BB-0EB1614FAF82}" srcOrd="0" destOrd="0" parTransId="{FB31A01A-5227-4A91-A4A9-0EE3C35DC335}" sibTransId="{668A9E25-EBFD-4C8B-8ADD-E89E3583B60F}"/>
    <dgm:cxn modelId="{44440B21-4BB6-4842-B6F0-3F21690DBA4F}" srcId="{674B1E26-FC51-4523-B1C5-986B353C68C4}" destId="{4E942684-063A-4B03-B6F9-41ED28F05780}" srcOrd="1" destOrd="0" parTransId="{570DE2EA-FDD6-4B37-B456-B94C21E26FAD}" sibTransId="{9EB64993-DDD2-45A2-8514-5F5A7DA9D068}"/>
    <dgm:cxn modelId="{2FF0CE29-AC0C-4CE9-BAE8-4758ED3FA496}" srcId="{B2EEBA7A-5CBD-4864-9DCB-5901A0688F9F}" destId="{3D3FD38A-B46A-4F22-9848-1480673B4A01}" srcOrd="2" destOrd="0" parTransId="{CFEBEF70-77D3-4805-A5A4-FA859BB7687D}" sibTransId="{DF23004F-7D77-48A6-ACE6-8716091DBC17}"/>
    <dgm:cxn modelId="{761E202B-95F1-42D2-BA41-A198C7D66CD4}" type="presOf" srcId="{E467A1E0-3611-4028-BD62-2F961546F9B3}" destId="{57430D1D-8687-42C1-B95B-7FD05393CBA2}" srcOrd="0" destOrd="2" presId="urn:microsoft.com/office/officeart/2016/7/layout/ChevronBlockProcess"/>
    <dgm:cxn modelId="{B156472E-BC2E-4EDD-ACDA-74AFCD18EB0A}" type="presOf" srcId="{8F9130FD-01F7-4352-914F-B58F1D1975AD}" destId="{E361E120-0C71-4BB6-8B1B-28FF2CD730BC}" srcOrd="0" destOrd="0" presId="urn:microsoft.com/office/officeart/2016/7/layout/ChevronBlockProcess"/>
    <dgm:cxn modelId="{4ABD8561-E639-4423-BA5B-7BB2C30E59BC}" type="presOf" srcId="{BEFBA40B-8DC7-4B10-A138-2C27C5726378}" destId="{6F132A6E-F8F1-4BF4-9E40-1C90F291AE93}" srcOrd="0" destOrd="0" presId="urn:microsoft.com/office/officeart/2016/7/layout/ChevronBlockProcess"/>
    <dgm:cxn modelId="{D6F9D842-B00E-4A4D-8E83-91F48A8CA37B}" type="presOf" srcId="{21025C03-96DC-4C6B-8179-FABC89DD1B76}" destId="{03F7905F-30BA-438E-A3D6-A1F5862696C0}" srcOrd="0" destOrd="0" presId="urn:microsoft.com/office/officeart/2016/7/layout/ChevronBlockProcess"/>
    <dgm:cxn modelId="{6B6EF066-B879-4BC9-85B7-4C9852AC02F2}" srcId="{674B1E26-FC51-4523-B1C5-986B353C68C4}" destId="{8F9130FD-01F7-4352-914F-B58F1D1975AD}" srcOrd="0" destOrd="0" parTransId="{BC4C57FF-2BC2-4A35-BBF7-B16831294B14}" sibTransId="{E35F8FF0-2306-43AD-9C08-77C6D4D9AB5E}"/>
    <dgm:cxn modelId="{CD9AB750-795C-4652-A42D-710F1AE3ABB1}" type="presOf" srcId="{8C3FA82B-7FCC-4C20-B447-9F89856BDF73}" destId="{6F132A6E-F8F1-4BF4-9E40-1C90F291AE93}" srcOrd="0" destOrd="2" presId="urn:microsoft.com/office/officeart/2016/7/layout/ChevronBlockProcess"/>
    <dgm:cxn modelId="{7A077075-1E45-4448-A3DD-6CC307879B07}" type="presOf" srcId="{DE4CEEEE-4CA0-462A-99E8-B727635AB444}" destId="{659E704B-85A6-4EAD-9A8D-C9E7E4707EC4}" srcOrd="0" destOrd="2" presId="urn:microsoft.com/office/officeart/2016/7/layout/ChevronBlockProcess"/>
    <dgm:cxn modelId="{8C075956-8851-4AE3-A969-4C29F898A192}" srcId="{7C3D6408-C900-438B-B0E2-2895DEF2E05E}" destId="{8261646F-D8A9-4D9B-91F5-5FF167D129EF}" srcOrd="0" destOrd="0" parTransId="{37F56A06-13FB-41DB-B33D-50596B84EDEA}" sibTransId="{09F71539-89F9-44CD-98BC-605C28D152D3}"/>
    <dgm:cxn modelId="{12607B78-10A4-4C0B-8D53-78D413252E5F}" type="presOf" srcId="{315535BE-FF89-4FDC-AC95-AF3AE679F77D}" destId="{20D7671B-4699-4246-BD40-D16329527797}" srcOrd="0" destOrd="0" presId="urn:microsoft.com/office/officeart/2016/7/layout/ChevronBlockProcess"/>
    <dgm:cxn modelId="{43206D79-FE98-479F-BE31-59BC0FF434CA}" type="presOf" srcId="{9A8DA56B-AE13-4007-B3A3-5B61F7D5AEB3}" destId="{6F132A6E-F8F1-4BF4-9E40-1C90F291AE93}" srcOrd="0" destOrd="1" presId="urn:microsoft.com/office/officeart/2016/7/layout/ChevronBlockProcess"/>
    <dgm:cxn modelId="{EBA4F379-855E-41FA-AC5B-24CE0A2E9210}" srcId="{360731AB-B350-485C-B35D-D89917220455}" destId="{7C3D6408-C900-438B-B0E2-2895DEF2E05E}" srcOrd="0" destOrd="0" parTransId="{96FD8076-EB7A-4D73-810A-6606E95B249E}" sibTransId="{386F93FA-4900-4BC1-9161-5E659DD57FBC}"/>
    <dgm:cxn modelId="{E9AB8F7B-3134-4832-A88B-6A6FB7493AE3}" srcId="{B2EEBA7A-5CBD-4864-9DCB-5901A0688F9F}" destId="{E467A1E0-3611-4028-BD62-2F961546F9B3}" srcOrd="1" destOrd="0" parTransId="{DBE2A101-3805-48BE-B9A1-655CAEDFA922}" sibTransId="{E0A95BF2-8FF5-427A-8EF8-0DF680B3D1D9}"/>
    <dgm:cxn modelId="{E0469F7D-F27E-4AF7-89EE-9882CF6AE5B3}" type="presOf" srcId="{29F8CB89-3556-4BF9-AEDA-A7E6EF2A5776}" destId="{E361E120-0C71-4BB6-8B1B-28FF2CD730BC}" srcOrd="0" destOrd="3" presId="urn:microsoft.com/office/officeart/2016/7/layout/ChevronBlockProcess"/>
    <dgm:cxn modelId="{A5652890-0B32-4234-8A8C-BCC898C86EC3}" srcId="{21025C03-96DC-4C6B-8179-FABC89DD1B76}" destId="{8C3FA82B-7FCC-4C20-B447-9F89856BDF73}" srcOrd="1" destOrd="0" parTransId="{A54EBEC5-AE8A-4179-9319-0FE16A682520}" sibTransId="{3A27DF7F-2676-4DE2-9894-F4A244306547}"/>
    <dgm:cxn modelId="{91096494-9536-4EDB-AF10-3F635BE7805B}" srcId="{315535BE-FF89-4FDC-AC95-AF3AE679F77D}" destId="{B2EEBA7A-5CBD-4864-9DCB-5901A0688F9F}" srcOrd="3" destOrd="0" parTransId="{781F42B0-F65C-4EE7-8C44-57015B08AD8B}" sibTransId="{D1002E2D-401A-4204-9ABB-A6EF32ECB60D}"/>
    <dgm:cxn modelId="{F6B4AB95-B39B-4437-AD5B-0744553AB3BA}" type="presOf" srcId="{46FABA60-B1A0-4D7F-9D19-37A6B201FF3D}" destId="{659E704B-85A6-4EAD-9A8D-C9E7E4707EC4}" srcOrd="0" destOrd="3" presId="urn:microsoft.com/office/officeart/2016/7/layout/ChevronBlockProcess"/>
    <dgm:cxn modelId="{609FAA9C-B8C5-4E45-9DFC-6F1276D5CD21}" srcId="{21025C03-96DC-4C6B-8179-FABC89DD1B76}" destId="{1F9214EE-C4C9-476E-89C4-C3EA14BA5662}" srcOrd="2" destOrd="0" parTransId="{B9C5ED8A-2717-4E93-81A4-A9C72C899A34}" sibTransId="{CD85E664-EB11-45F9-A6FB-095CA5B6F6EC}"/>
    <dgm:cxn modelId="{971A2BA0-74A2-4ACB-BC19-8B9C48DE390C}" srcId="{360731AB-B350-485C-B35D-D89917220455}" destId="{DE4CEEEE-4CA0-462A-99E8-B727635AB444}" srcOrd="1" destOrd="0" parTransId="{1BDBAADB-002F-4A6D-8F55-50EE83C7A1C4}" sibTransId="{DED0A378-56BB-415B-9974-0DD0761205DE}"/>
    <dgm:cxn modelId="{CAE6B7AC-F747-43BA-ACC1-133BA712035D}" srcId="{B2EEBA7A-5CBD-4864-9DCB-5901A0688F9F}" destId="{0F107FA8-6E5C-4C4E-AE45-055369744B1A}" srcOrd="0" destOrd="0" parTransId="{77A22C43-7857-42D0-9C08-69AF97AF62B5}" sibTransId="{74324DB4-097C-4C44-8912-4DBAE87AB01C}"/>
    <dgm:cxn modelId="{AE229EAF-F137-4020-B521-83A03D63A71A}" srcId="{8F9130FD-01F7-4352-914F-B58F1D1975AD}" destId="{D09B1742-9094-44AE-9654-0DFDE8627E56}" srcOrd="0" destOrd="0" parTransId="{3A6CC934-967E-4E3B-B371-300D3D940BA5}" sibTransId="{2891265B-FC64-4B41-881B-9FD3F3B21E5C}"/>
    <dgm:cxn modelId="{9030C4B5-CE22-49BB-934D-04E9B3040EE6}" type="presOf" srcId="{6139E3ED-E056-46A7-83BB-0EB1614FAF82}" destId="{57430D1D-8687-42C1-B95B-7FD05393CBA2}" srcOrd="0" destOrd="1" presId="urn:microsoft.com/office/officeart/2016/7/layout/ChevronBlockProcess"/>
    <dgm:cxn modelId="{068F15C3-722F-4E6F-8187-E8A5B7DD99CD}" type="presOf" srcId="{674B1E26-FC51-4523-B1C5-986B353C68C4}" destId="{86F61BC5-7C81-4D11-8F37-E4812588DA23}" srcOrd="0" destOrd="0" presId="urn:microsoft.com/office/officeart/2016/7/layout/ChevronBlockProcess"/>
    <dgm:cxn modelId="{3CA149C5-FECA-4528-B437-916F28BFF1C6}" type="presOf" srcId="{8261646F-D8A9-4D9B-91F5-5FF167D129EF}" destId="{659E704B-85A6-4EAD-9A8D-C9E7E4707EC4}" srcOrd="0" destOrd="1" presId="urn:microsoft.com/office/officeart/2016/7/layout/ChevronBlockProcess"/>
    <dgm:cxn modelId="{579A19D4-3B43-4DE5-A36C-838D8009E906}" type="presOf" srcId="{1F9214EE-C4C9-476E-89C4-C3EA14BA5662}" destId="{6F132A6E-F8F1-4BF4-9E40-1C90F291AE93}" srcOrd="0" destOrd="3" presId="urn:microsoft.com/office/officeart/2016/7/layout/ChevronBlockProcess"/>
    <dgm:cxn modelId="{2EE3A7D5-C715-493A-B313-FFDFA483BA1A}" type="presOf" srcId="{360731AB-B350-485C-B35D-D89917220455}" destId="{90B885E3-8FD0-4F8E-9E5B-455419B897AC}" srcOrd="0" destOrd="0" presId="urn:microsoft.com/office/officeart/2016/7/layout/ChevronBlockProcess"/>
    <dgm:cxn modelId="{08CD48D8-C4FC-43AD-9BBF-46B33CF0E3DE}" srcId="{315535BE-FF89-4FDC-AC95-AF3AE679F77D}" destId="{21025C03-96DC-4C6B-8179-FABC89DD1B76}" srcOrd="1" destOrd="0" parTransId="{799527CA-2DB0-4E96-BE19-A7859317F085}" sibTransId="{388F6FB3-CF18-4634-836F-33EF50537383}"/>
    <dgm:cxn modelId="{F6EAADDD-5B0C-4AF4-9159-5CE4476AFBFB}" srcId="{21025C03-96DC-4C6B-8179-FABC89DD1B76}" destId="{BEFBA40B-8DC7-4B10-A138-2C27C5726378}" srcOrd="0" destOrd="0" parTransId="{599897C6-9926-4060-AB74-52E514D040B0}" sibTransId="{15E04CFA-BABE-4216-96E8-CA0E05873C4D}"/>
    <dgm:cxn modelId="{A4A135ED-478A-40BA-8CE3-C3A2A21052EC}" type="presOf" srcId="{0F107FA8-6E5C-4C4E-AE45-055369744B1A}" destId="{57430D1D-8687-42C1-B95B-7FD05393CBA2}" srcOrd="0" destOrd="0" presId="urn:microsoft.com/office/officeart/2016/7/layout/ChevronBlockProcess"/>
    <dgm:cxn modelId="{D223D6F4-FBA4-4F0E-A43C-74D9B76CF498}" srcId="{674B1E26-FC51-4523-B1C5-986B353C68C4}" destId="{29F8CB89-3556-4BF9-AEDA-A7E6EF2A5776}" srcOrd="2" destOrd="0" parTransId="{EE191E87-C322-4943-94C7-C683DB4F3C6E}" sibTransId="{2F164219-78CA-4758-AD01-AE2B82C35EC6}"/>
    <dgm:cxn modelId="{874BD9FB-1097-4917-AF79-012ABEAC8EEC}" type="presOf" srcId="{7C3D6408-C900-438B-B0E2-2895DEF2E05E}" destId="{659E704B-85A6-4EAD-9A8D-C9E7E4707EC4}" srcOrd="0" destOrd="0" presId="urn:microsoft.com/office/officeart/2016/7/layout/ChevronBlockProcess"/>
    <dgm:cxn modelId="{195D85FC-A485-4345-B606-7D658F9268EA}" srcId="{BEFBA40B-8DC7-4B10-A138-2C27C5726378}" destId="{9A8DA56B-AE13-4007-B3A3-5B61F7D5AEB3}" srcOrd="0" destOrd="0" parTransId="{F68629D0-7429-4391-9E96-9C6EAD0F0747}" sibTransId="{EDDDAAA9-054B-42BE-8653-93273FEFFE8E}"/>
    <dgm:cxn modelId="{2E4D9AFC-5141-48ED-81E6-0F53316DF737}" type="presOf" srcId="{4E942684-063A-4B03-B6F9-41ED28F05780}" destId="{E361E120-0C71-4BB6-8B1B-28FF2CD730BC}" srcOrd="0" destOrd="2" presId="urn:microsoft.com/office/officeart/2016/7/layout/ChevronBlockProcess"/>
    <dgm:cxn modelId="{3FFB2AFE-D3A6-401D-A5D2-17BB358A4E37}" srcId="{360731AB-B350-485C-B35D-D89917220455}" destId="{46FABA60-B1A0-4D7F-9D19-37A6B201FF3D}" srcOrd="2" destOrd="0" parTransId="{EE913DAE-7895-4602-B8C0-131847797E31}" sibTransId="{8765C61C-E4FC-4704-9137-66EA4CB827B3}"/>
    <dgm:cxn modelId="{AB9D3A11-541C-46E5-BD0B-7C6D11355473}" type="presParOf" srcId="{20D7671B-4699-4246-BD40-D16329527797}" destId="{F7550BBF-B891-4A9F-8706-2B97B3A14D7F}" srcOrd="0" destOrd="0" presId="urn:microsoft.com/office/officeart/2016/7/layout/ChevronBlockProcess"/>
    <dgm:cxn modelId="{A8555F3E-6BDB-44F9-83BD-AE25E21EE702}" type="presParOf" srcId="{F7550BBF-B891-4A9F-8706-2B97B3A14D7F}" destId="{90B885E3-8FD0-4F8E-9E5B-455419B897AC}" srcOrd="0" destOrd="0" presId="urn:microsoft.com/office/officeart/2016/7/layout/ChevronBlockProcess"/>
    <dgm:cxn modelId="{3473C9E1-3F5E-4F9E-A22A-5A940546D083}" type="presParOf" srcId="{F7550BBF-B891-4A9F-8706-2B97B3A14D7F}" destId="{659E704B-85A6-4EAD-9A8D-C9E7E4707EC4}" srcOrd="1" destOrd="0" presId="urn:microsoft.com/office/officeart/2016/7/layout/ChevronBlockProcess"/>
    <dgm:cxn modelId="{B924FE05-7D6A-4672-BC98-2D8307C5526E}" type="presParOf" srcId="{20D7671B-4699-4246-BD40-D16329527797}" destId="{BAA0F929-68BC-47AA-BFDF-A08B7CBD388A}" srcOrd="1" destOrd="0" presId="urn:microsoft.com/office/officeart/2016/7/layout/ChevronBlockProcess"/>
    <dgm:cxn modelId="{91225CFA-3BB2-4531-878E-B61E89D7BB16}" type="presParOf" srcId="{20D7671B-4699-4246-BD40-D16329527797}" destId="{93F068C8-0379-4944-B58E-31917073E634}" srcOrd="2" destOrd="0" presId="urn:microsoft.com/office/officeart/2016/7/layout/ChevronBlockProcess"/>
    <dgm:cxn modelId="{FA12DA79-DF5A-4A86-98FB-260C799314C4}" type="presParOf" srcId="{93F068C8-0379-4944-B58E-31917073E634}" destId="{03F7905F-30BA-438E-A3D6-A1F5862696C0}" srcOrd="0" destOrd="0" presId="urn:microsoft.com/office/officeart/2016/7/layout/ChevronBlockProcess"/>
    <dgm:cxn modelId="{5432D24C-4FBB-49BF-8887-E2ACACBDDE5A}" type="presParOf" srcId="{93F068C8-0379-4944-B58E-31917073E634}" destId="{6F132A6E-F8F1-4BF4-9E40-1C90F291AE93}" srcOrd="1" destOrd="0" presId="urn:microsoft.com/office/officeart/2016/7/layout/ChevronBlockProcess"/>
    <dgm:cxn modelId="{016E1371-3948-40E8-81C9-F6FA873DC858}" type="presParOf" srcId="{20D7671B-4699-4246-BD40-D16329527797}" destId="{E0162402-2554-4035-9573-15B8DBE3AE53}" srcOrd="3" destOrd="0" presId="urn:microsoft.com/office/officeart/2016/7/layout/ChevronBlockProcess"/>
    <dgm:cxn modelId="{9422FF8C-A8FB-46D7-ACFD-BDC646D2FF81}" type="presParOf" srcId="{20D7671B-4699-4246-BD40-D16329527797}" destId="{62EC72A5-95E8-465D-BF2B-73D8E585B264}" srcOrd="4" destOrd="0" presId="urn:microsoft.com/office/officeart/2016/7/layout/ChevronBlockProcess"/>
    <dgm:cxn modelId="{DCBFAA45-C8D5-4566-8A95-7703F9F90064}" type="presParOf" srcId="{62EC72A5-95E8-465D-BF2B-73D8E585B264}" destId="{86F61BC5-7C81-4D11-8F37-E4812588DA23}" srcOrd="0" destOrd="0" presId="urn:microsoft.com/office/officeart/2016/7/layout/ChevronBlockProcess"/>
    <dgm:cxn modelId="{2E1D1BBE-830E-4F52-AB8E-AB06E75D0323}" type="presParOf" srcId="{62EC72A5-95E8-465D-BF2B-73D8E585B264}" destId="{E361E120-0C71-4BB6-8B1B-28FF2CD730BC}" srcOrd="1" destOrd="0" presId="urn:microsoft.com/office/officeart/2016/7/layout/ChevronBlockProcess"/>
    <dgm:cxn modelId="{F4956B2B-1727-4B26-8C06-A906938844EC}" type="presParOf" srcId="{20D7671B-4699-4246-BD40-D16329527797}" destId="{F5857D0E-238F-4939-B323-8728C5884FF4}" srcOrd="5" destOrd="0" presId="urn:microsoft.com/office/officeart/2016/7/layout/ChevronBlockProcess"/>
    <dgm:cxn modelId="{15B34B70-B1BA-4782-9DBB-222C8C9D0556}" type="presParOf" srcId="{20D7671B-4699-4246-BD40-D16329527797}" destId="{7CBFF09D-D652-407A-BC71-CB2E2A46CD04}" srcOrd="6" destOrd="0" presId="urn:microsoft.com/office/officeart/2016/7/layout/ChevronBlockProcess"/>
    <dgm:cxn modelId="{E4CCD22C-598A-47F2-A7E0-89E2B2A9B94A}" type="presParOf" srcId="{7CBFF09D-D652-407A-BC71-CB2E2A46CD04}" destId="{CA874D62-8EB4-4AAF-9ACC-319B4D161C07}" srcOrd="0" destOrd="0" presId="urn:microsoft.com/office/officeart/2016/7/layout/ChevronBlockProcess"/>
    <dgm:cxn modelId="{2CE52E94-0DF6-4D21-8E3A-5C78AF1D8BC1}" type="presParOf" srcId="{7CBFF09D-D652-407A-BC71-CB2E2A46CD04}" destId="{57430D1D-8687-42C1-B95B-7FD05393CBA2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4A959AF-04B9-44E8-9DF7-B6EA7D8640A5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5E0BECC-D935-4386-BF38-19DC13F5BAF8}">
      <dgm:prSet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Alex Hildreth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Project Manager</a:t>
          </a:r>
        </a:p>
      </dgm:t>
    </dgm:pt>
    <dgm:pt modelId="{15D967A7-D879-47ED-AC55-DDD14D359A5F}" type="parTrans" cxnId="{F92453B9-1512-4BC3-98F9-C7AA3E579087}">
      <dgm:prSet/>
      <dgm:spPr/>
      <dgm:t>
        <a:bodyPr/>
        <a:lstStyle/>
        <a:p>
          <a:endParaRPr lang="en-US"/>
        </a:p>
      </dgm:t>
    </dgm:pt>
    <dgm:pt modelId="{6A8391A8-9FF6-45DC-92D1-4FAB6586738D}" type="sibTrans" cxnId="{F92453B9-1512-4BC3-98F9-C7AA3E579087}">
      <dgm:prSet/>
      <dgm:spPr/>
      <dgm:t>
        <a:bodyPr/>
        <a:lstStyle/>
        <a:p>
          <a:endParaRPr lang="en-US"/>
        </a:p>
      </dgm:t>
    </dgm:pt>
    <dgm:pt modelId="{A2BD53EC-64C2-4801-B317-7BFB1A769DDD}">
      <dgm:prSet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Roumaysae Jerari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Eva Buesse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Database Design</a:t>
          </a:r>
        </a:p>
      </dgm:t>
    </dgm:pt>
    <dgm:pt modelId="{79CD700C-84A5-46C8-84C8-17CB46FA3D9E}" type="parTrans" cxnId="{D21F9270-3727-4B2C-8E2E-6E56D9357C58}">
      <dgm:prSet/>
      <dgm:spPr/>
      <dgm:t>
        <a:bodyPr/>
        <a:lstStyle/>
        <a:p>
          <a:endParaRPr lang="en-US"/>
        </a:p>
      </dgm:t>
    </dgm:pt>
    <dgm:pt modelId="{46AFEB2E-D087-4CA1-B6E8-06F023A9FC7B}" type="sibTrans" cxnId="{D21F9270-3727-4B2C-8E2E-6E56D9357C58}">
      <dgm:prSet/>
      <dgm:spPr/>
      <dgm:t>
        <a:bodyPr/>
        <a:lstStyle/>
        <a:p>
          <a:endParaRPr lang="en-US"/>
        </a:p>
      </dgm:t>
    </dgm:pt>
    <dgm:pt modelId="{EF201537-FE31-4113-8F68-AB12D1E5A328}">
      <dgm:prSet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Nick Schott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Daniel Austin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Front End Development</a:t>
          </a:r>
        </a:p>
      </dgm:t>
    </dgm:pt>
    <dgm:pt modelId="{8A20BEB6-2E24-424F-8D55-8F344D6D0498}" type="parTrans" cxnId="{55C30819-4C8C-4B80-B580-E6C1E179EE7F}">
      <dgm:prSet/>
      <dgm:spPr/>
      <dgm:t>
        <a:bodyPr/>
        <a:lstStyle/>
        <a:p>
          <a:endParaRPr lang="en-US"/>
        </a:p>
      </dgm:t>
    </dgm:pt>
    <dgm:pt modelId="{28777873-B983-43DB-AF25-96886E7002F9}" type="sibTrans" cxnId="{55C30819-4C8C-4B80-B580-E6C1E179EE7F}">
      <dgm:prSet/>
      <dgm:spPr/>
      <dgm:t>
        <a:bodyPr/>
        <a:lstStyle/>
        <a:p>
          <a:endParaRPr lang="en-US"/>
        </a:p>
      </dgm:t>
    </dgm:pt>
    <dgm:pt modelId="{162D0FB3-805C-44C0-AAF4-FAB608EBCC1B}" type="pres">
      <dgm:prSet presAssocID="{54A959AF-04B9-44E8-9DF7-B6EA7D8640A5}" presName="diagram" presStyleCnt="0">
        <dgm:presLayoutVars>
          <dgm:dir/>
          <dgm:resizeHandles val="exact"/>
        </dgm:presLayoutVars>
      </dgm:prSet>
      <dgm:spPr/>
    </dgm:pt>
    <dgm:pt modelId="{03F08BC8-8244-4364-A40B-44A47FC4EBBB}" type="pres">
      <dgm:prSet presAssocID="{85E0BECC-D935-4386-BF38-19DC13F5BAF8}" presName="node" presStyleLbl="node1" presStyleIdx="0" presStyleCnt="3" custLinFactNeighborX="55000" custLinFactNeighborY="-3870">
        <dgm:presLayoutVars>
          <dgm:bulletEnabled val="1"/>
        </dgm:presLayoutVars>
      </dgm:prSet>
      <dgm:spPr/>
    </dgm:pt>
    <dgm:pt modelId="{C1F3B832-EFC3-4A9F-AD66-D3C4F3395BF6}" type="pres">
      <dgm:prSet presAssocID="{6A8391A8-9FF6-45DC-92D1-4FAB6586738D}" presName="sibTrans" presStyleCnt="0"/>
      <dgm:spPr/>
    </dgm:pt>
    <dgm:pt modelId="{9EED82CC-7166-43E0-81FF-FDEB04077CB5}" type="pres">
      <dgm:prSet presAssocID="{A2BD53EC-64C2-4801-B317-7BFB1A769DDD}" presName="node" presStyleLbl="node1" presStyleIdx="1" presStyleCnt="3" custLinFactY="11300" custLinFactNeighborX="-265" custLinFactNeighborY="100000">
        <dgm:presLayoutVars>
          <dgm:bulletEnabled val="1"/>
        </dgm:presLayoutVars>
      </dgm:prSet>
      <dgm:spPr/>
    </dgm:pt>
    <dgm:pt modelId="{EF0BE758-D3FD-4A87-AF2A-DCDA0E03777B}" type="pres">
      <dgm:prSet presAssocID="{46AFEB2E-D087-4CA1-B6E8-06F023A9FC7B}" presName="sibTrans" presStyleCnt="0"/>
      <dgm:spPr/>
    </dgm:pt>
    <dgm:pt modelId="{F43C06B5-3620-449A-900E-43380992A8F1}" type="pres">
      <dgm:prSet presAssocID="{EF201537-FE31-4113-8F68-AB12D1E5A328}" presName="node" presStyleLbl="node1" presStyleIdx="2" presStyleCnt="3" custLinFactNeighborX="-56110" custLinFactNeighborY="-3092">
        <dgm:presLayoutVars>
          <dgm:bulletEnabled val="1"/>
        </dgm:presLayoutVars>
      </dgm:prSet>
      <dgm:spPr/>
    </dgm:pt>
  </dgm:ptLst>
  <dgm:cxnLst>
    <dgm:cxn modelId="{B3C1DE01-2E99-43FF-9367-BAA1638D4552}" type="presOf" srcId="{EF201537-FE31-4113-8F68-AB12D1E5A328}" destId="{F43C06B5-3620-449A-900E-43380992A8F1}" srcOrd="0" destOrd="0" presId="urn:microsoft.com/office/officeart/2005/8/layout/default"/>
    <dgm:cxn modelId="{55C30819-4C8C-4B80-B580-E6C1E179EE7F}" srcId="{54A959AF-04B9-44E8-9DF7-B6EA7D8640A5}" destId="{EF201537-FE31-4113-8F68-AB12D1E5A328}" srcOrd="2" destOrd="0" parTransId="{8A20BEB6-2E24-424F-8D55-8F344D6D0498}" sibTransId="{28777873-B983-43DB-AF25-96886E7002F9}"/>
    <dgm:cxn modelId="{D21F9270-3727-4B2C-8E2E-6E56D9357C58}" srcId="{54A959AF-04B9-44E8-9DF7-B6EA7D8640A5}" destId="{A2BD53EC-64C2-4801-B317-7BFB1A769DDD}" srcOrd="1" destOrd="0" parTransId="{79CD700C-84A5-46C8-84C8-17CB46FA3D9E}" sibTransId="{46AFEB2E-D087-4CA1-B6E8-06F023A9FC7B}"/>
    <dgm:cxn modelId="{CC0B02B2-4633-479C-8855-45290F7CA2AE}" type="presOf" srcId="{A2BD53EC-64C2-4801-B317-7BFB1A769DDD}" destId="{9EED82CC-7166-43E0-81FF-FDEB04077CB5}" srcOrd="0" destOrd="0" presId="urn:microsoft.com/office/officeart/2005/8/layout/default"/>
    <dgm:cxn modelId="{F92453B9-1512-4BC3-98F9-C7AA3E579087}" srcId="{54A959AF-04B9-44E8-9DF7-B6EA7D8640A5}" destId="{85E0BECC-D935-4386-BF38-19DC13F5BAF8}" srcOrd="0" destOrd="0" parTransId="{15D967A7-D879-47ED-AC55-DDD14D359A5F}" sibTransId="{6A8391A8-9FF6-45DC-92D1-4FAB6586738D}"/>
    <dgm:cxn modelId="{1A8709C0-825B-4843-B9E2-0A8555F4EE06}" type="presOf" srcId="{85E0BECC-D935-4386-BF38-19DC13F5BAF8}" destId="{03F08BC8-8244-4364-A40B-44A47FC4EBBB}" srcOrd="0" destOrd="0" presId="urn:microsoft.com/office/officeart/2005/8/layout/default"/>
    <dgm:cxn modelId="{075AF3EB-36E9-4D5B-96C3-D8036C20A91A}" type="presOf" srcId="{54A959AF-04B9-44E8-9DF7-B6EA7D8640A5}" destId="{162D0FB3-805C-44C0-AAF4-FAB608EBCC1B}" srcOrd="0" destOrd="0" presId="urn:microsoft.com/office/officeart/2005/8/layout/default"/>
    <dgm:cxn modelId="{AE44F832-4263-4780-A539-C7A9A9D4E1C0}" type="presParOf" srcId="{162D0FB3-805C-44C0-AAF4-FAB608EBCC1B}" destId="{03F08BC8-8244-4364-A40B-44A47FC4EBBB}" srcOrd="0" destOrd="0" presId="urn:microsoft.com/office/officeart/2005/8/layout/default"/>
    <dgm:cxn modelId="{17F23976-9ADE-47A5-9C2F-302E6F69A170}" type="presParOf" srcId="{162D0FB3-805C-44C0-AAF4-FAB608EBCC1B}" destId="{C1F3B832-EFC3-4A9F-AD66-D3C4F3395BF6}" srcOrd="1" destOrd="0" presId="urn:microsoft.com/office/officeart/2005/8/layout/default"/>
    <dgm:cxn modelId="{778C392A-F69C-46A7-83CE-6CA830DEA012}" type="presParOf" srcId="{162D0FB3-805C-44C0-AAF4-FAB608EBCC1B}" destId="{9EED82CC-7166-43E0-81FF-FDEB04077CB5}" srcOrd="2" destOrd="0" presId="urn:microsoft.com/office/officeart/2005/8/layout/default"/>
    <dgm:cxn modelId="{E15F6D48-518E-4B56-94A5-58F8075FC258}" type="presParOf" srcId="{162D0FB3-805C-44C0-AAF4-FAB608EBCC1B}" destId="{EF0BE758-D3FD-4A87-AF2A-DCDA0E03777B}" srcOrd="3" destOrd="0" presId="urn:microsoft.com/office/officeart/2005/8/layout/default"/>
    <dgm:cxn modelId="{A492434C-A81B-4E87-A084-27E360902F03}" type="presParOf" srcId="{162D0FB3-805C-44C0-AAF4-FAB608EBCC1B}" destId="{F43C06B5-3620-449A-900E-43380992A8F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1C3473-F6E0-4A3B-A6C9-C1C97F1F6A03}">
      <dsp:nvSpPr>
        <dsp:cNvPr id="0" name=""/>
        <dsp:cNvSpPr/>
      </dsp:nvSpPr>
      <dsp:spPr>
        <a:xfrm>
          <a:off x="0" y="23418"/>
          <a:ext cx="4435656" cy="1067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Project Manager</a:t>
          </a:r>
        </a:p>
      </dsp:txBody>
      <dsp:txXfrm>
        <a:off x="52089" y="75507"/>
        <a:ext cx="4331478" cy="962862"/>
      </dsp:txXfrm>
    </dsp:sp>
    <dsp:sp modelId="{B543BC33-A45E-4019-AAD3-786E22E421D5}">
      <dsp:nvSpPr>
        <dsp:cNvPr id="0" name=""/>
        <dsp:cNvSpPr/>
      </dsp:nvSpPr>
      <dsp:spPr>
        <a:xfrm>
          <a:off x="0" y="1090458"/>
          <a:ext cx="4435656" cy="94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832" tIns="38100" rIns="213360" bIns="381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Alex Hildreth</a:t>
          </a:r>
        </a:p>
      </dsp:txBody>
      <dsp:txXfrm>
        <a:off x="0" y="1090458"/>
        <a:ext cx="4435656" cy="943920"/>
      </dsp:txXfrm>
    </dsp:sp>
    <dsp:sp modelId="{1055C6DD-9AC0-4937-9B23-DF821E0392C7}">
      <dsp:nvSpPr>
        <dsp:cNvPr id="0" name=""/>
        <dsp:cNvSpPr/>
      </dsp:nvSpPr>
      <dsp:spPr>
        <a:xfrm>
          <a:off x="0" y="2034378"/>
          <a:ext cx="4435656" cy="1067040"/>
        </a:xfrm>
        <a:prstGeom prst="roundRect">
          <a:avLst/>
        </a:prstGeom>
        <a:gradFill rotWithShape="0">
          <a:gsLst>
            <a:gs pos="0">
              <a:schemeClr val="accent2">
                <a:hueOff val="-1469031"/>
                <a:satOff val="-32495"/>
                <a:lumOff val="-647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469031"/>
                <a:satOff val="-32495"/>
                <a:lumOff val="-647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Developers</a:t>
          </a:r>
        </a:p>
      </dsp:txBody>
      <dsp:txXfrm>
        <a:off x="52089" y="2086467"/>
        <a:ext cx="4331478" cy="962862"/>
      </dsp:txXfrm>
    </dsp:sp>
    <dsp:sp modelId="{DD187E06-91CD-40CA-8581-A84159FE61AC}">
      <dsp:nvSpPr>
        <dsp:cNvPr id="0" name=""/>
        <dsp:cNvSpPr/>
      </dsp:nvSpPr>
      <dsp:spPr>
        <a:xfrm>
          <a:off x="0" y="3101418"/>
          <a:ext cx="4435656" cy="2123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832" tIns="38100" rIns="213360" bIns="381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Roumaysae Jerari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Nick Schott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Eva Buesse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Daniel Austin</a:t>
          </a:r>
        </a:p>
      </dsp:txBody>
      <dsp:txXfrm>
        <a:off x="0" y="3101418"/>
        <a:ext cx="4435656" cy="21238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228B81-F6FF-4C4C-9856-C993D70A3E6A}">
      <dsp:nvSpPr>
        <dsp:cNvPr id="0" name=""/>
        <dsp:cNvSpPr/>
      </dsp:nvSpPr>
      <dsp:spPr>
        <a:xfrm>
          <a:off x="0" y="139203"/>
          <a:ext cx="4435656" cy="160875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The Universal moment of frustration was the spark for our Idea : The personal struggle with money management.</a:t>
          </a:r>
          <a:endParaRPr lang="en-US" sz="2500" kern="1200" dirty="0"/>
        </a:p>
      </dsp:txBody>
      <dsp:txXfrm>
        <a:off x="78533" y="217736"/>
        <a:ext cx="4278590" cy="1451684"/>
      </dsp:txXfrm>
    </dsp:sp>
    <dsp:sp modelId="{3A4AD6A9-2515-49B0-9523-0969BDEA4735}">
      <dsp:nvSpPr>
        <dsp:cNvPr id="0" name=""/>
        <dsp:cNvSpPr/>
      </dsp:nvSpPr>
      <dsp:spPr>
        <a:xfrm>
          <a:off x="0" y="1819953"/>
          <a:ext cx="4435656" cy="1608750"/>
        </a:xfrm>
        <a:prstGeom prst="roundRect">
          <a:avLst/>
        </a:prstGeom>
        <a:gradFill rotWithShape="0">
          <a:gsLst>
            <a:gs pos="0">
              <a:schemeClr val="accent5">
                <a:hueOff val="-1654278"/>
                <a:satOff val="-8885"/>
                <a:lumOff val="3039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654278"/>
                <a:satOff val="-8885"/>
                <a:lumOff val="3039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Too many people overspend simply because they aren't paying attention.</a:t>
          </a:r>
          <a:endParaRPr lang="en-US" sz="2500" kern="1200" dirty="0"/>
        </a:p>
      </dsp:txBody>
      <dsp:txXfrm>
        <a:off x="78533" y="1898486"/>
        <a:ext cx="4278590" cy="1451684"/>
      </dsp:txXfrm>
    </dsp:sp>
    <dsp:sp modelId="{B1F93D2F-08C8-4DE6-AC56-EAF1A99CDCE2}">
      <dsp:nvSpPr>
        <dsp:cNvPr id="0" name=""/>
        <dsp:cNvSpPr/>
      </dsp:nvSpPr>
      <dsp:spPr>
        <a:xfrm>
          <a:off x="0" y="3500703"/>
          <a:ext cx="4435656" cy="1608750"/>
        </a:xfrm>
        <a:prstGeom prst="roundRect">
          <a:avLst/>
        </a:prstGeom>
        <a:gradFill rotWithShape="0">
          <a:gsLst>
            <a:gs pos="0">
              <a:schemeClr val="accent5">
                <a:hueOff val="-3308557"/>
                <a:satOff val="-17770"/>
                <a:lumOff val="6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308557"/>
                <a:satOff val="-17770"/>
                <a:lumOff val="6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We set out to build a tracker that is simple, practical, and effortless to use.</a:t>
          </a:r>
          <a:br>
            <a:rPr lang="en-US" sz="2500" kern="1200" dirty="0"/>
          </a:br>
          <a:endParaRPr lang="en-US" sz="2500" kern="1200" dirty="0"/>
        </a:p>
      </dsp:txBody>
      <dsp:txXfrm>
        <a:off x="78533" y="3579236"/>
        <a:ext cx="4278590" cy="14516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228B81-F6FF-4C4C-9856-C993D70A3E6A}">
      <dsp:nvSpPr>
        <dsp:cNvPr id="0" name=""/>
        <dsp:cNvSpPr/>
      </dsp:nvSpPr>
      <dsp:spPr>
        <a:xfrm>
          <a:off x="0" y="70128"/>
          <a:ext cx="4435656" cy="16567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prstClr val="white"/>
              </a:solidFill>
              <a:latin typeface="Tw Cen MT" panose="020B0602020104020603"/>
            </a:rPr>
            <a:t>Personal Spending is often a blind spot.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prstClr val="white"/>
              </a:solidFill>
              <a:latin typeface="Tw Cen MT" panose="020B0602020104020603"/>
            </a:rPr>
            <a:t>No clear picture of daily spending</a:t>
          </a:r>
          <a:endParaRPr lang="en-US" sz="2400" kern="1200" dirty="0"/>
        </a:p>
      </dsp:txBody>
      <dsp:txXfrm>
        <a:off x="80874" y="151002"/>
        <a:ext cx="4273908" cy="1494971"/>
      </dsp:txXfrm>
    </dsp:sp>
    <dsp:sp modelId="{3A4AD6A9-2515-49B0-9523-0969BDEA4735}">
      <dsp:nvSpPr>
        <dsp:cNvPr id="0" name=""/>
        <dsp:cNvSpPr/>
      </dsp:nvSpPr>
      <dsp:spPr>
        <a:xfrm>
          <a:off x="0" y="1795968"/>
          <a:ext cx="4435656" cy="1656719"/>
        </a:xfrm>
        <a:prstGeom prst="roundRect">
          <a:avLst/>
        </a:prstGeom>
        <a:gradFill rotWithShape="0">
          <a:gsLst>
            <a:gs pos="0">
              <a:schemeClr val="accent5">
                <a:hueOff val="-1654278"/>
                <a:satOff val="-8885"/>
                <a:lumOff val="3039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654278"/>
                <a:satOff val="-8885"/>
                <a:lumOff val="3039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Transactions are spread across Apps, Cards, and Cash.</a:t>
          </a:r>
          <a:endParaRPr lang="en-US" sz="2400" kern="1200" dirty="0"/>
        </a:p>
      </dsp:txBody>
      <dsp:txXfrm>
        <a:off x="80874" y="1876842"/>
        <a:ext cx="4273908" cy="1494971"/>
      </dsp:txXfrm>
    </dsp:sp>
    <dsp:sp modelId="{B1F93D2F-08C8-4DE6-AC56-EAF1A99CDCE2}">
      <dsp:nvSpPr>
        <dsp:cNvPr id="0" name=""/>
        <dsp:cNvSpPr/>
      </dsp:nvSpPr>
      <dsp:spPr>
        <a:xfrm>
          <a:off x="0" y="3521808"/>
          <a:ext cx="4435656" cy="1656719"/>
        </a:xfrm>
        <a:prstGeom prst="roundRect">
          <a:avLst/>
        </a:prstGeom>
        <a:gradFill rotWithShape="0">
          <a:gsLst>
            <a:gs pos="0">
              <a:schemeClr val="accent5">
                <a:hueOff val="-3308557"/>
                <a:satOff val="-17770"/>
                <a:lumOff val="6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308557"/>
                <a:satOff val="-17770"/>
                <a:lumOff val="6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Existing tools are too complicated to use daily.</a:t>
          </a:r>
        </a:p>
      </dsp:txBody>
      <dsp:txXfrm>
        <a:off x="80874" y="3602682"/>
        <a:ext cx="4273908" cy="14949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80C343-D0A2-494F-ACC5-062690B6A363}">
      <dsp:nvSpPr>
        <dsp:cNvPr id="0" name=""/>
        <dsp:cNvSpPr/>
      </dsp:nvSpPr>
      <dsp:spPr>
        <a:xfrm>
          <a:off x="0" y="611928"/>
          <a:ext cx="4435656" cy="12168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prstClr val="white"/>
              </a:solidFill>
              <a:latin typeface="Tw Cen MT" panose="020B0602020104020603"/>
              <a:ea typeface="+mn-ea"/>
              <a:cs typeface="+mn-cs"/>
            </a:rPr>
            <a:t>A web-based App to track spendings and build better habits.</a:t>
          </a:r>
        </a:p>
      </dsp:txBody>
      <dsp:txXfrm>
        <a:off x="59399" y="671327"/>
        <a:ext cx="4316858" cy="1098002"/>
      </dsp:txXfrm>
    </dsp:sp>
    <dsp:sp modelId="{20DDAAD9-D533-45E5-A9C0-2E22FA23FB13}">
      <dsp:nvSpPr>
        <dsp:cNvPr id="0" name=""/>
        <dsp:cNvSpPr/>
      </dsp:nvSpPr>
      <dsp:spPr>
        <a:xfrm>
          <a:off x="0" y="2015928"/>
          <a:ext cx="4435656" cy="1216800"/>
        </a:xfrm>
        <a:prstGeom prst="roundRect">
          <a:avLst/>
        </a:prstGeom>
        <a:gradFill rotWithShape="0">
          <a:gsLst>
            <a:gs pos="0">
              <a:schemeClr val="accent5">
                <a:hueOff val="-1654278"/>
                <a:satOff val="-8885"/>
                <a:lumOff val="3039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654278"/>
                <a:satOff val="-8885"/>
                <a:lumOff val="3039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prstClr val="white"/>
              </a:solidFill>
              <a:latin typeface="Tw Cen MT" panose="020B0602020104020603"/>
              <a:ea typeface="+mn-ea"/>
              <a:cs typeface="+mn-cs"/>
            </a:rPr>
            <a:t>Log expenses by category effortlessly.</a:t>
          </a:r>
        </a:p>
      </dsp:txBody>
      <dsp:txXfrm>
        <a:off x="59399" y="2075327"/>
        <a:ext cx="4316858" cy="1098002"/>
      </dsp:txXfrm>
    </dsp:sp>
    <dsp:sp modelId="{C88C231A-EA99-413E-A7E6-E0C4049BC44F}">
      <dsp:nvSpPr>
        <dsp:cNvPr id="0" name=""/>
        <dsp:cNvSpPr/>
      </dsp:nvSpPr>
      <dsp:spPr>
        <a:xfrm>
          <a:off x="0" y="3419928"/>
          <a:ext cx="4435656" cy="1216800"/>
        </a:xfrm>
        <a:prstGeom prst="roundRect">
          <a:avLst/>
        </a:prstGeom>
        <a:gradFill rotWithShape="0">
          <a:gsLst>
            <a:gs pos="0">
              <a:schemeClr val="accent5">
                <a:hueOff val="-3308557"/>
                <a:satOff val="-17770"/>
                <a:lumOff val="6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308557"/>
                <a:satOff val="-17770"/>
                <a:lumOff val="6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prstClr val="white"/>
              </a:solidFill>
              <a:latin typeface="Tw Cen MT" panose="020B0602020104020603"/>
              <a:ea typeface="+mn-ea"/>
              <a:cs typeface="+mn-cs"/>
            </a:rPr>
            <a:t>View clear summaries of your spending habits to reveal patterns.</a:t>
          </a:r>
        </a:p>
      </dsp:txBody>
      <dsp:txXfrm>
        <a:off x="59399" y="3479327"/>
        <a:ext cx="4316858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96908E-4BD9-4A79-BF9F-7C5656F27A57}">
      <dsp:nvSpPr>
        <dsp:cNvPr id="0" name=""/>
        <dsp:cNvSpPr/>
      </dsp:nvSpPr>
      <dsp:spPr>
        <a:xfrm>
          <a:off x="0" y="3"/>
          <a:ext cx="4708922" cy="11660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3BDB797-1246-4C59-AFEC-F316E3647F37}">
      <dsp:nvSpPr>
        <dsp:cNvPr id="0" name=""/>
        <dsp:cNvSpPr/>
      </dsp:nvSpPr>
      <dsp:spPr>
        <a:xfrm>
          <a:off x="352743" y="264672"/>
          <a:ext cx="641351" cy="6413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FCA5751-E4F0-4302-81D0-9181CB3FC106}">
      <dsp:nvSpPr>
        <dsp:cNvPr id="0" name=""/>
        <dsp:cNvSpPr/>
      </dsp:nvSpPr>
      <dsp:spPr>
        <a:xfrm>
          <a:off x="1346839" y="2300"/>
          <a:ext cx="3362082" cy="116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12" tIns="123412" rIns="123412" bIns="12341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Front End (User Interface)</a:t>
          </a:r>
        </a:p>
      </dsp:txBody>
      <dsp:txXfrm>
        <a:off x="1346839" y="2300"/>
        <a:ext cx="3362082" cy="1166094"/>
      </dsp:txXfrm>
    </dsp:sp>
    <dsp:sp modelId="{EC719B12-1736-4ABE-BFCA-E15FC654FE5D}">
      <dsp:nvSpPr>
        <dsp:cNvPr id="0" name=""/>
        <dsp:cNvSpPr/>
      </dsp:nvSpPr>
      <dsp:spPr>
        <a:xfrm>
          <a:off x="0" y="1462216"/>
          <a:ext cx="4708922" cy="11660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85908E4-501F-4F0D-921B-7894DDC2B9C8}">
      <dsp:nvSpPr>
        <dsp:cNvPr id="0" name=""/>
        <dsp:cNvSpPr/>
      </dsp:nvSpPr>
      <dsp:spPr>
        <a:xfrm>
          <a:off x="352743" y="1722290"/>
          <a:ext cx="641351" cy="6413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02D181E-31D6-45DA-B86C-4DD069DC1D29}">
      <dsp:nvSpPr>
        <dsp:cNvPr id="0" name=""/>
        <dsp:cNvSpPr/>
      </dsp:nvSpPr>
      <dsp:spPr>
        <a:xfrm>
          <a:off x="1346839" y="1459918"/>
          <a:ext cx="3362082" cy="116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12" tIns="123412" rIns="123412" bIns="12341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Back End (Server &amp; APIs)</a:t>
          </a:r>
        </a:p>
      </dsp:txBody>
      <dsp:txXfrm>
        <a:off x="1346839" y="1459918"/>
        <a:ext cx="3362082" cy="1166094"/>
      </dsp:txXfrm>
    </dsp:sp>
    <dsp:sp modelId="{4DA5DEB2-7ED0-463D-B00F-FBBA3F603C1C}">
      <dsp:nvSpPr>
        <dsp:cNvPr id="0" name=""/>
        <dsp:cNvSpPr/>
      </dsp:nvSpPr>
      <dsp:spPr>
        <a:xfrm>
          <a:off x="0" y="2919834"/>
          <a:ext cx="4708922" cy="11660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EA9808D-724B-44D5-A2C3-E1BFB88A63A3}">
      <dsp:nvSpPr>
        <dsp:cNvPr id="0" name=""/>
        <dsp:cNvSpPr/>
      </dsp:nvSpPr>
      <dsp:spPr>
        <a:xfrm>
          <a:off x="352743" y="3179908"/>
          <a:ext cx="641351" cy="6413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E026D93-0BD5-4D78-8606-DAC9557F7D14}">
      <dsp:nvSpPr>
        <dsp:cNvPr id="0" name=""/>
        <dsp:cNvSpPr/>
      </dsp:nvSpPr>
      <dsp:spPr>
        <a:xfrm>
          <a:off x="1346839" y="2917536"/>
          <a:ext cx="3362082" cy="116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12" tIns="123412" rIns="123412" bIns="12341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Database</a:t>
          </a:r>
        </a:p>
      </dsp:txBody>
      <dsp:txXfrm>
        <a:off x="1346839" y="2917536"/>
        <a:ext cx="3362082" cy="1166094"/>
      </dsp:txXfrm>
    </dsp:sp>
    <dsp:sp modelId="{1BCF7FE0-CB8B-411A-A345-7892BCCB0422}">
      <dsp:nvSpPr>
        <dsp:cNvPr id="0" name=""/>
        <dsp:cNvSpPr/>
      </dsp:nvSpPr>
      <dsp:spPr>
        <a:xfrm>
          <a:off x="0" y="4377452"/>
          <a:ext cx="4708922" cy="11660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691C96C-9E5A-4D33-B59F-C3C88E37D614}">
      <dsp:nvSpPr>
        <dsp:cNvPr id="0" name=""/>
        <dsp:cNvSpPr/>
      </dsp:nvSpPr>
      <dsp:spPr>
        <a:xfrm>
          <a:off x="352743" y="4637526"/>
          <a:ext cx="641351" cy="6413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F0EBC21-C890-44BB-95C6-1D10DDAF65F9}">
      <dsp:nvSpPr>
        <dsp:cNvPr id="0" name=""/>
        <dsp:cNvSpPr/>
      </dsp:nvSpPr>
      <dsp:spPr>
        <a:xfrm>
          <a:off x="1346839" y="4375154"/>
          <a:ext cx="3362082" cy="116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12" tIns="123412" rIns="123412" bIns="12341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GitHub Repository</a:t>
          </a:r>
        </a:p>
      </dsp:txBody>
      <dsp:txXfrm>
        <a:off x="1346839" y="4375154"/>
        <a:ext cx="3362082" cy="11660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DA0CC5-7DE9-43EE-B278-9A6B5F98AB17}">
      <dsp:nvSpPr>
        <dsp:cNvPr id="0" name=""/>
        <dsp:cNvSpPr/>
      </dsp:nvSpPr>
      <dsp:spPr>
        <a:xfrm>
          <a:off x="850500" y="923165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8468D9-75D4-4919-B2E7-4E89DD4E8400}">
      <dsp:nvSpPr>
        <dsp:cNvPr id="0" name=""/>
        <dsp:cNvSpPr/>
      </dsp:nvSpPr>
      <dsp:spPr>
        <a:xfrm>
          <a:off x="1084500" y="1157165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CEAAB-AD2A-4554-9DFB-BA476DF1DA3D}">
      <dsp:nvSpPr>
        <dsp:cNvPr id="0" name=""/>
        <dsp:cNvSpPr/>
      </dsp:nvSpPr>
      <dsp:spPr>
        <a:xfrm>
          <a:off x="499500" y="236316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JavaScript (Front End &amp; Back End)</a:t>
          </a:r>
        </a:p>
      </dsp:txBody>
      <dsp:txXfrm>
        <a:off x="499500" y="2363165"/>
        <a:ext cx="1800000" cy="720000"/>
      </dsp:txXfrm>
    </dsp:sp>
    <dsp:sp modelId="{0EAEC9C6-F0EE-4661-8974-A80F6AEB9D6C}">
      <dsp:nvSpPr>
        <dsp:cNvPr id="0" name=""/>
        <dsp:cNvSpPr/>
      </dsp:nvSpPr>
      <dsp:spPr>
        <a:xfrm>
          <a:off x="2965500" y="923165"/>
          <a:ext cx="1098000" cy="1098000"/>
        </a:xfrm>
        <a:prstGeom prst="ellipse">
          <a:avLst/>
        </a:prstGeom>
        <a:solidFill>
          <a:schemeClr val="accent5">
            <a:hueOff val="-1102852"/>
            <a:satOff val="-5923"/>
            <a:lumOff val="202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27D3EC-EE12-45A2-B9C4-ECE2CFBA413F}">
      <dsp:nvSpPr>
        <dsp:cNvPr id="0" name=""/>
        <dsp:cNvSpPr/>
      </dsp:nvSpPr>
      <dsp:spPr>
        <a:xfrm>
          <a:off x="3199500" y="1157165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10D30-E441-4D31-AA27-51B83993AFC0}">
      <dsp:nvSpPr>
        <dsp:cNvPr id="0" name=""/>
        <dsp:cNvSpPr/>
      </dsp:nvSpPr>
      <dsp:spPr>
        <a:xfrm>
          <a:off x="2614500" y="236316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Node.js &amp; Express</a:t>
          </a:r>
        </a:p>
      </dsp:txBody>
      <dsp:txXfrm>
        <a:off x="2614500" y="2363165"/>
        <a:ext cx="1800000" cy="720000"/>
      </dsp:txXfrm>
    </dsp:sp>
    <dsp:sp modelId="{50F35FEC-7360-449B-ADD1-B2BC5BE2BB88}">
      <dsp:nvSpPr>
        <dsp:cNvPr id="0" name=""/>
        <dsp:cNvSpPr/>
      </dsp:nvSpPr>
      <dsp:spPr>
        <a:xfrm>
          <a:off x="5080500" y="923165"/>
          <a:ext cx="1098000" cy="1098000"/>
        </a:xfrm>
        <a:prstGeom prst="ellipse">
          <a:avLst/>
        </a:prstGeom>
        <a:solidFill>
          <a:schemeClr val="accent5">
            <a:hueOff val="-2205704"/>
            <a:satOff val="-11847"/>
            <a:lumOff val="40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96D514-0514-4CF9-A9AA-2C06BA59F0A2}">
      <dsp:nvSpPr>
        <dsp:cNvPr id="0" name=""/>
        <dsp:cNvSpPr/>
      </dsp:nvSpPr>
      <dsp:spPr>
        <a:xfrm>
          <a:off x="5314500" y="1157165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1FB98-E096-4E34-9D41-DDF4B03992F5}">
      <dsp:nvSpPr>
        <dsp:cNvPr id="0" name=""/>
        <dsp:cNvSpPr/>
      </dsp:nvSpPr>
      <dsp:spPr>
        <a:xfrm>
          <a:off x="4729500" y="236316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MySQL</a:t>
          </a:r>
        </a:p>
      </dsp:txBody>
      <dsp:txXfrm>
        <a:off x="4729500" y="2363165"/>
        <a:ext cx="1800000" cy="720000"/>
      </dsp:txXfrm>
    </dsp:sp>
    <dsp:sp modelId="{E3CAE9B7-3E87-4954-9E05-74CC64B3F5B4}">
      <dsp:nvSpPr>
        <dsp:cNvPr id="0" name=""/>
        <dsp:cNvSpPr/>
      </dsp:nvSpPr>
      <dsp:spPr>
        <a:xfrm>
          <a:off x="7195500" y="923165"/>
          <a:ext cx="1098000" cy="1098000"/>
        </a:xfrm>
        <a:prstGeom prst="ellipse">
          <a:avLst/>
        </a:prstGeom>
        <a:solidFill>
          <a:schemeClr val="accent5">
            <a:hueOff val="-3308557"/>
            <a:satOff val="-17770"/>
            <a:lumOff val="607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106134-F78C-4D99-903D-25B7D1D1FD14}">
      <dsp:nvSpPr>
        <dsp:cNvPr id="0" name=""/>
        <dsp:cNvSpPr/>
      </dsp:nvSpPr>
      <dsp:spPr>
        <a:xfrm>
          <a:off x="7429500" y="1157165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399D23-C806-4C87-93B7-3D3D7D9A3CC3}">
      <dsp:nvSpPr>
        <dsp:cNvPr id="0" name=""/>
        <dsp:cNvSpPr/>
      </dsp:nvSpPr>
      <dsp:spPr>
        <a:xfrm>
          <a:off x="6844500" y="236316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GitHub for collaboration</a:t>
          </a:r>
        </a:p>
      </dsp:txBody>
      <dsp:txXfrm>
        <a:off x="6844500" y="2363165"/>
        <a:ext cx="18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6D3BE7-B527-4B6A-9050-D24C56CC0EFE}">
      <dsp:nvSpPr>
        <dsp:cNvPr id="0" name=""/>
        <dsp:cNvSpPr/>
      </dsp:nvSpPr>
      <dsp:spPr>
        <a:xfrm>
          <a:off x="850500" y="95342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938A83-4C77-486B-B5CB-C94364DC4B09}">
      <dsp:nvSpPr>
        <dsp:cNvPr id="0" name=""/>
        <dsp:cNvSpPr/>
      </dsp:nvSpPr>
      <dsp:spPr>
        <a:xfrm>
          <a:off x="1084500" y="118742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87BA6-8938-441D-924B-162DA1F98EFE}">
      <dsp:nvSpPr>
        <dsp:cNvPr id="0" name=""/>
        <dsp:cNvSpPr/>
      </dsp:nvSpPr>
      <dsp:spPr>
        <a:xfrm>
          <a:off x="499500" y="23934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Develop front-end UI</a:t>
          </a:r>
        </a:p>
      </dsp:txBody>
      <dsp:txXfrm>
        <a:off x="499500" y="2393422"/>
        <a:ext cx="1800000" cy="720000"/>
      </dsp:txXfrm>
    </dsp:sp>
    <dsp:sp modelId="{E3D815C3-C9CF-4455-B23D-B1D6F224FC5E}">
      <dsp:nvSpPr>
        <dsp:cNvPr id="0" name=""/>
        <dsp:cNvSpPr/>
      </dsp:nvSpPr>
      <dsp:spPr>
        <a:xfrm>
          <a:off x="2965500" y="95342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246B26-848E-4D3F-8F97-05AC62305960}">
      <dsp:nvSpPr>
        <dsp:cNvPr id="0" name=""/>
        <dsp:cNvSpPr/>
      </dsp:nvSpPr>
      <dsp:spPr>
        <a:xfrm>
          <a:off x="3199500" y="118742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3995E-05FB-4F09-8DA7-0A9029C6FF0A}">
      <dsp:nvSpPr>
        <dsp:cNvPr id="0" name=""/>
        <dsp:cNvSpPr/>
      </dsp:nvSpPr>
      <dsp:spPr>
        <a:xfrm>
          <a:off x="2614500" y="23934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Implement backend APIs</a:t>
          </a:r>
        </a:p>
      </dsp:txBody>
      <dsp:txXfrm>
        <a:off x="2614500" y="2393422"/>
        <a:ext cx="1800000" cy="720000"/>
      </dsp:txXfrm>
    </dsp:sp>
    <dsp:sp modelId="{251F520D-000C-4397-AB8C-2B0D3B7F0F71}">
      <dsp:nvSpPr>
        <dsp:cNvPr id="0" name=""/>
        <dsp:cNvSpPr/>
      </dsp:nvSpPr>
      <dsp:spPr>
        <a:xfrm>
          <a:off x="5080500" y="95342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5BF73-29A5-4667-AD2C-CFA9FD2205D4}">
      <dsp:nvSpPr>
        <dsp:cNvPr id="0" name=""/>
        <dsp:cNvSpPr/>
      </dsp:nvSpPr>
      <dsp:spPr>
        <a:xfrm>
          <a:off x="5314500" y="118742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93142C-0ACE-407D-8E30-EF61A6D9824D}">
      <dsp:nvSpPr>
        <dsp:cNvPr id="0" name=""/>
        <dsp:cNvSpPr/>
      </dsp:nvSpPr>
      <dsp:spPr>
        <a:xfrm>
          <a:off x="4729500" y="23934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Design database schema</a:t>
          </a:r>
        </a:p>
      </dsp:txBody>
      <dsp:txXfrm>
        <a:off x="4729500" y="2393422"/>
        <a:ext cx="1800000" cy="720000"/>
      </dsp:txXfrm>
    </dsp:sp>
    <dsp:sp modelId="{9D07FA7D-BFDF-4198-A498-A03122AC6F16}">
      <dsp:nvSpPr>
        <dsp:cNvPr id="0" name=""/>
        <dsp:cNvSpPr/>
      </dsp:nvSpPr>
      <dsp:spPr>
        <a:xfrm>
          <a:off x="7195500" y="95342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84C9-9437-4CF9-A07B-312CF7E23564}">
      <dsp:nvSpPr>
        <dsp:cNvPr id="0" name=""/>
        <dsp:cNvSpPr/>
      </dsp:nvSpPr>
      <dsp:spPr>
        <a:xfrm>
          <a:off x="7429500" y="118742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E19F0-030A-4CFE-AA38-C5634BD73316}">
      <dsp:nvSpPr>
        <dsp:cNvPr id="0" name=""/>
        <dsp:cNvSpPr/>
      </dsp:nvSpPr>
      <dsp:spPr>
        <a:xfrm>
          <a:off x="6844500" y="23934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Maintain GitHub repository</a:t>
          </a:r>
        </a:p>
      </dsp:txBody>
      <dsp:txXfrm>
        <a:off x="6844500" y="2393422"/>
        <a:ext cx="18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A565-063E-4101-A87C-BB21BEC190AB}">
      <dsp:nvSpPr>
        <dsp:cNvPr id="0" name=""/>
        <dsp:cNvSpPr/>
      </dsp:nvSpPr>
      <dsp:spPr>
        <a:xfrm>
          <a:off x="0" y="1493"/>
          <a:ext cx="8065294" cy="7571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CA613E-D960-4695-8A4F-FD4311EFA4A5}">
      <dsp:nvSpPr>
        <dsp:cNvPr id="0" name=""/>
        <dsp:cNvSpPr/>
      </dsp:nvSpPr>
      <dsp:spPr>
        <a:xfrm>
          <a:off x="229024" y="171842"/>
          <a:ext cx="416407" cy="4164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AAAC6-3234-4C0D-9792-6D4B7B70F046}">
      <dsp:nvSpPr>
        <dsp:cNvPr id="0" name=""/>
        <dsp:cNvSpPr/>
      </dsp:nvSpPr>
      <dsp:spPr>
        <a:xfrm>
          <a:off x="874455" y="1493"/>
          <a:ext cx="7190838" cy="757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27" tIns="80127" rIns="80127" bIns="801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Budget alerts</a:t>
          </a:r>
        </a:p>
      </dsp:txBody>
      <dsp:txXfrm>
        <a:off x="874455" y="1493"/>
        <a:ext cx="7190838" cy="757104"/>
      </dsp:txXfrm>
    </dsp:sp>
    <dsp:sp modelId="{A073331B-EA42-4FB2-8CBC-92EC9754D9F2}">
      <dsp:nvSpPr>
        <dsp:cNvPr id="0" name=""/>
        <dsp:cNvSpPr/>
      </dsp:nvSpPr>
      <dsp:spPr>
        <a:xfrm>
          <a:off x="0" y="947874"/>
          <a:ext cx="8065294" cy="75710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111F64-AF2C-4462-91AE-E0B14F4B962C}">
      <dsp:nvSpPr>
        <dsp:cNvPr id="0" name=""/>
        <dsp:cNvSpPr/>
      </dsp:nvSpPr>
      <dsp:spPr>
        <a:xfrm>
          <a:off x="229024" y="1118222"/>
          <a:ext cx="416407" cy="4164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09778-FD08-4E7B-9DC3-8A7AE7618928}">
      <dsp:nvSpPr>
        <dsp:cNvPr id="0" name=""/>
        <dsp:cNvSpPr/>
      </dsp:nvSpPr>
      <dsp:spPr>
        <a:xfrm>
          <a:off x="874455" y="947874"/>
          <a:ext cx="7190838" cy="757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27" tIns="80127" rIns="80127" bIns="801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More Charts and analytics</a:t>
          </a:r>
        </a:p>
      </dsp:txBody>
      <dsp:txXfrm>
        <a:off x="874455" y="947874"/>
        <a:ext cx="7190838" cy="757104"/>
      </dsp:txXfrm>
    </dsp:sp>
    <dsp:sp modelId="{E850FBAD-7C5A-44FE-860B-E1BFE4C20F54}">
      <dsp:nvSpPr>
        <dsp:cNvPr id="0" name=""/>
        <dsp:cNvSpPr/>
      </dsp:nvSpPr>
      <dsp:spPr>
        <a:xfrm>
          <a:off x="0" y="1894255"/>
          <a:ext cx="8065294" cy="75710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3DD953-6607-40CB-B5AF-E227EFA09F2E}">
      <dsp:nvSpPr>
        <dsp:cNvPr id="0" name=""/>
        <dsp:cNvSpPr/>
      </dsp:nvSpPr>
      <dsp:spPr>
        <a:xfrm>
          <a:off x="229024" y="2064603"/>
          <a:ext cx="416407" cy="4164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E99FD9-F32F-4D40-91CB-4D6125436387}">
      <dsp:nvSpPr>
        <dsp:cNvPr id="0" name=""/>
        <dsp:cNvSpPr/>
      </dsp:nvSpPr>
      <dsp:spPr>
        <a:xfrm>
          <a:off x="874455" y="1894255"/>
          <a:ext cx="7190838" cy="757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27" tIns="80127" rIns="80127" bIns="801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Mobile optimization</a:t>
          </a:r>
        </a:p>
      </dsp:txBody>
      <dsp:txXfrm>
        <a:off x="874455" y="1894255"/>
        <a:ext cx="7190838" cy="757104"/>
      </dsp:txXfrm>
    </dsp:sp>
    <dsp:sp modelId="{499E07F7-662F-4F27-AA5C-86318F9C6DD9}">
      <dsp:nvSpPr>
        <dsp:cNvPr id="0" name=""/>
        <dsp:cNvSpPr/>
      </dsp:nvSpPr>
      <dsp:spPr>
        <a:xfrm>
          <a:off x="0" y="2840635"/>
          <a:ext cx="8065294" cy="75710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10DCEA-9994-4509-A69C-31200669D87B}">
      <dsp:nvSpPr>
        <dsp:cNvPr id="0" name=""/>
        <dsp:cNvSpPr/>
      </dsp:nvSpPr>
      <dsp:spPr>
        <a:xfrm>
          <a:off x="229024" y="3010984"/>
          <a:ext cx="416407" cy="41640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E2805B-2CA1-45AF-B621-99F40B9134A0}">
      <dsp:nvSpPr>
        <dsp:cNvPr id="0" name=""/>
        <dsp:cNvSpPr/>
      </dsp:nvSpPr>
      <dsp:spPr>
        <a:xfrm>
          <a:off x="874455" y="2840635"/>
          <a:ext cx="7190838" cy="757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27" tIns="80127" rIns="80127" bIns="801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 export features</a:t>
          </a:r>
        </a:p>
      </dsp:txBody>
      <dsp:txXfrm>
        <a:off x="874455" y="2840635"/>
        <a:ext cx="7190838" cy="75710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B885E3-8FD0-4F8E-9E5B-455419B897AC}">
      <dsp:nvSpPr>
        <dsp:cNvPr id="0" name=""/>
        <dsp:cNvSpPr/>
      </dsp:nvSpPr>
      <dsp:spPr>
        <a:xfrm>
          <a:off x="10531" y="560304"/>
          <a:ext cx="2314990" cy="694497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51" tIns="85751" rIns="85751" bIns="8575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Phase 1</a:t>
          </a:r>
        </a:p>
      </dsp:txBody>
      <dsp:txXfrm>
        <a:off x="218880" y="560304"/>
        <a:ext cx="1898292" cy="694497"/>
      </dsp:txXfrm>
    </dsp:sp>
    <dsp:sp modelId="{659E704B-85A6-4EAD-9A8D-C9E7E4707EC4}">
      <dsp:nvSpPr>
        <dsp:cNvPr id="0" name=""/>
        <dsp:cNvSpPr/>
      </dsp:nvSpPr>
      <dsp:spPr>
        <a:xfrm>
          <a:off x="10531" y="1254802"/>
          <a:ext cx="2106641" cy="243703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72" tIns="166472" rIns="166472" bIns="332943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Phase 1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February 22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Brainstorm Ideas and select project to propose</a:t>
          </a:r>
        </a:p>
      </dsp:txBody>
      <dsp:txXfrm>
        <a:off x="10531" y="1254802"/>
        <a:ext cx="2106641" cy="2437030"/>
      </dsp:txXfrm>
    </dsp:sp>
    <dsp:sp modelId="{03F7905F-30BA-438E-A3D6-A1F5862696C0}">
      <dsp:nvSpPr>
        <dsp:cNvPr id="0" name=""/>
        <dsp:cNvSpPr/>
      </dsp:nvSpPr>
      <dsp:spPr>
        <a:xfrm>
          <a:off x="2279846" y="560304"/>
          <a:ext cx="2314990" cy="694497"/>
        </a:xfrm>
        <a:prstGeom prst="chevron">
          <a:avLst>
            <a:gd name="adj" fmla="val 30000"/>
          </a:avLst>
        </a:prstGeom>
        <a:solidFill>
          <a:schemeClr val="accent2">
            <a:hueOff val="-489677"/>
            <a:satOff val="-10832"/>
            <a:lumOff val="-2157"/>
            <a:alphaOff val="0"/>
          </a:schemeClr>
        </a:solidFill>
        <a:ln w="15875" cap="flat" cmpd="sng" algn="ctr">
          <a:solidFill>
            <a:schemeClr val="accent2">
              <a:hueOff val="-489677"/>
              <a:satOff val="-10832"/>
              <a:lumOff val="-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51" tIns="85751" rIns="85751" bIns="8575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Phase 2</a:t>
          </a:r>
        </a:p>
      </dsp:txBody>
      <dsp:txXfrm>
        <a:off x="2488195" y="560304"/>
        <a:ext cx="1898292" cy="694497"/>
      </dsp:txXfrm>
    </dsp:sp>
    <dsp:sp modelId="{6F132A6E-F8F1-4BF4-9E40-1C90F291AE93}">
      <dsp:nvSpPr>
        <dsp:cNvPr id="0" name=""/>
        <dsp:cNvSpPr/>
      </dsp:nvSpPr>
      <dsp:spPr>
        <a:xfrm>
          <a:off x="2279846" y="1254802"/>
          <a:ext cx="2106641" cy="2437030"/>
        </a:xfrm>
        <a:prstGeom prst="rect">
          <a:avLst/>
        </a:prstGeom>
        <a:solidFill>
          <a:schemeClr val="accent2">
            <a:tint val="40000"/>
            <a:alpha val="90000"/>
            <a:hueOff val="-398579"/>
            <a:satOff val="-14188"/>
            <a:lumOff val="-90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398579"/>
              <a:satOff val="-14188"/>
              <a:lumOff val="-9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72" tIns="166472" rIns="166472" bIns="332943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Phase 2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March 22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Frontend development</a:t>
          </a:r>
        </a:p>
      </dsp:txBody>
      <dsp:txXfrm>
        <a:off x="2279846" y="1254802"/>
        <a:ext cx="2106641" cy="2437030"/>
      </dsp:txXfrm>
    </dsp:sp>
    <dsp:sp modelId="{86F61BC5-7C81-4D11-8F37-E4812588DA23}">
      <dsp:nvSpPr>
        <dsp:cNvPr id="0" name=""/>
        <dsp:cNvSpPr/>
      </dsp:nvSpPr>
      <dsp:spPr>
        <a:xfrm>
          <a:off x="4549162" y="560304"/>
          <a:ext cx="2314990" cy="694497"/>
        </a:xfrm>
        <a:prstGeom prst="chevron">
          <a:avLst>
            <a:gd name="adj" fmla="val 30000"/>
          </a:avLst>
        </a:prstGeom>
        <a:solidFill>
          <a:schemeClr val="accent2">
            <a:hueOff val="-979354"/>
            <a:satOff val="-21663"/>
            <a:lumOff val="-4313"/>
            <a:alphaOff val="0"/>
          </a:schemeClr>
        </a:solidFill>
        <a:ln w="15875" cap="flat" cmpd="sng" algn="ctr">
          <a:solidFill>
            <a:schemeClr val="accent2">
              <a:hueOff val="-979354"/>
              <a:satOff val="-21663"/>
              <a:lumOff val="-43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51" tIns="85751" rIns="85751" bIns="8575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Phase 3</a:t>
          </a:r>
        </a:p>
      </dsp:txBody>
      <dsp:txXfrm>
        <a:off x="4757511" y="560304"/>
        <a:ext cx="1898292" cy="694497"/>
      </dsp:txXfrm>
    </dsp:sp>
    <dsp:sp modelId="{E361E120-0C71-4BB6-8B1B-28FF2CD730BC}">
      <dsp:nvSpPr>
        <dsp:cNvPr id="0" name=""/>
        <dsp:cNvSpPr/>
      </dsp:nvSpPr>
      <dsp:spPr>
        <a:xfrm>
          <a:off x="4549162" y="1254802"/>
          <a:ext cx="2106641" cy="2437030"/>
        </a:xfrm>
        <a:prstGeom prst="rect">
          <a:avLst/>
        </a:prstGeom>
        <a:solidFill>
          <a:schemeClr val="accent2">
            <a:tint val="40000"/>
            <a:alpha val="90000"/>
            <a:hueOff val="-797157"/>
            <a:satOff val="-28376"/>
            <a:lumOff val="-1804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797157"/>
              <a:satOff val="-28376"/>
              <a:lumOff val="-18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72" tIns="166472" rIns="166472" bIns="332943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Phase 3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April 19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Backend development</a:t>
          </a:r>
        </a:p>
      </dsp:txBody>
      <dsp:txXfrm>
        <a:off x="4549162" y="1254802"/>
        <a:ext cx="2106641" cy="2437030"/>
      </dsp:txXfrm>
    </dsp:sp>
    <dsp:sp modelId="{CA874D62-8EB4-4AAF-9ACC-319B4D161C07}">
      <dsp:nvSpPr>
        <dsp:cNvPr id="0" name=""/>
        <dsp:cNvSpPr/>
      </dsp:nvSpPr>
      <dsp:spPr>
        <a:xfrm>
          <a:off x="6818477" y="560304"/>
          <a:ext cx="2314990" cy="694497"/>
        </a:xfrm>
        <a:prstGeom prst="chevron">
          <a:avLst>
            <a:gd name="adj" fmla="val 30000"/>
          </a:avLst>
        </a:prstGeom>
        <a:solidFill>
          <a:schemeClr val="accent2">
            <a:hueOff val="-1469031"/>
            <a:satOff val="-32495"/>
            <a:lumOff val="-6470"/>
            <a:alphaOff val="0"/>
          </a:schemeClr>
        </a:solidFill>
        <a:ln w="15875" cap="flat" cmpd="sng" algn="ctr">
          <a:solidFill>
            <a:schemeClr val="accent2">
              <a:hueOff val="-1469031"/>
              <a:satOff val="-32495"/>
              <a:lumOff val="-64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51" tIns="85751" rIns="85751" bIns="8575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Phase 4</a:t>
          </a:r>
        </a:p>
      </dsp:txBody>
      <dsp:txXfrm>
        <a:off x="7026826" y="560304"/>
        <a:ext cx="1898292" cy="694497"/>
      </dsp:txXfrm>
    </dsp:sp>
    <dsp:sp modelId="{57430D1D-8687-42C1-B95B-7FD05393CBA2}">
      <dsp:nvSpPr>
        <dsp:cNvPr id="0" name=""/>
        <dsp:cNvSpPr/>
      </dsp:nvSpPr>
      <dsp:spPr>
        <a:xfrm>
          <a:off x="6818477" y="1254802"/>
          <a:ext cx="2106641" cy="2437030"/>
        </a:xfrm>
        <a:prstGeom prst="rect">
          <a:avLst/>
        </a:prstGeom>
        <a:solidFill>
          <a:schemeClr val="accent2">
            <a:tint val="40000"/>
            <a:alpha val="90000"/>
            <a:hueOff val="-1195736"/>
            <a:satOff val="-42564"/>
            <a:lumOff val="-2706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195736"/>
              <a:satOff val="-42564"/>
              <a:lumOff val="-2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72" tIns="166472" rIns="166472" bIns="332943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Phase 4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May 11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Test and debug </a:t>
          </a:r>
        </a:p>
      </dsp:txBody>
      <dsp:txXfrm>
        <a:off x="6818477" y="1254802"/>
        <a:ext cx="2106641" cy="243703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F08BC8-8244-4364-A40B-44A47FC4EBBB}">
      <dsp:nvSpPr>
        <dsp:cNvPr id="0" name=""/>
        <dsp:cNvSpPr/>
      </dsp:nvSpPr>
      <dsp:spPr>
        <a:xfrm>
          <a:off x="2716857" y="0"/>
          <a:ext cx="3710285" cy="222617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Alex Hildreth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Project Manager</a:t>
          </a:r>
        </a:p>
      </dsp:txBody>
      <dsp:txXfrm>
        <a:off x="2716857" y="0"/>
        <a:ext cx="3710285" cy="2226171"/>
      </dsp:txXfrm>
    </dsp:sp>
    <dsp:sp modelId="{9EED82CC-7166-43E0-81FF-FDEB04077CB5}">
      <dsp:nvSpPr>
        <dsp:cNvPr id="0" name=""/>
        <dsp:cNvSpPr/>
      </dsp:nvSpPr>
      <dsp:spPr>
        <a:xfrm>
          <a:off x="4747682" y="2479862"/>
          <a:ext cx="3710285" cy="2226171"/>
        </a:xfrm>
        <a:prstGeom prst="rect">
          <a:avLst/>
        </a:prstGeom>
        <a:solidFill>
          <a:schemeClr val="accent5">
            <a:hueOff val="-1654278"/>
            <a:satOff val="-8885"/>
            <a:lumOff val="303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Roumaysae Jerari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Eva Buesse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Database Design</a:t>
          </a:r>
        </a:p>
      </dsp:txBody>
      <dsp:txXfrm>
        <a:off x="4747682" y="2479862"/>
        <a:ext cx="3710285" cy="2226171"/>
      </dsp:txXfrm>
    </dsp:sp>
    <dsp:sp modelId="{F43C06B5-3620-449A-900E-43380992A8F1}">
      <dsp:nvSpPr>
        <dsp:cNvPr id="0" name=""/>
        <dsp:cNvSpPr/>
      </dsp:nvSpPr>
      <dsp:spPr>
        <a:xfrm>
          <a:off x="635016" y="2530500"/>
          <a:ext cx="3710285" cy="2226171"/>
        </a:xfrm>
        <a:prstGeom prst="rect">
          <a:avLst/>
        </a:prstGeom>
        <a:solidFill>
          <a:schemeClr val="accent5">
            <a:hueOff val="-3308557"/>
            <a:satOff val="-17770"/>
            <a:lumOff val="607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Nick Schott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Daniel Austin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Front End Development</a:t>
          </a:r>
        </a:p>
      </dsp:txBody>
      <dsp:txXfrm>
        <a:off x="635016" y="2530500"/>
        <a:ext cx="3710285" cy="2226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2469C-47B1-4613-8DB6-1F2FC0E34B6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09B6C-98DA-45B7-B60D-BE2AEAD4C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45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54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79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23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1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47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84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44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74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77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87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56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FFC1C-FB2E-7B28-EF10-80D8C1794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76925-1509-A16F-ABD6-26C2D1153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BB36F-97BE-E42D-B0FC-D1B963490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003B0-7A1F-3ADA-6808-4073AB2F8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7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23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84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9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06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1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51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6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02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5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2004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6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596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32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065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17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03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92C756-6113-FB93-FAFE-2D543974A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0248" y="3930391"/>
            <a:ext cx="5143500" cy="95302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Phase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D69BB0-85B2-79F4-F835-779670AEF7C4}"/>
              </a:ext>
            </a:extLst>
          </p:cNvPr>
          <p:cNvSpPr/>
          <p:nvPr/>
        </p:nvSpPr>
        <p:spPr>
          <a:xfrm>
            <a:off x="1347019" y="2633470"/>
            <a:ext cx="7022851" cy="11387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algn="ctr"/>
            <a:r>
              <a:rPr lang="en-US" sz="4400" b="1" spc="50" dirty="0">
                <a:ln w="9525" cmpd="sng">
                  <a:solidFill>
                    <a:schemeClr val="tx1"/>
                  </a:solidFill>
                  <a:prstDash val="solid"/>
                </a:ln>
                <a:effectLst>
                  <a:glow rad="38100">
                    <a:schemeClr val="accent1">
                      <a:lumMod val="75000"/>
                      <a:alpha val="40000"/>
                    </a:schemeClr>
                  </a:glow>
                  <a:outerShdw blurRad="219331" dist="38100" algn="l" rotWithShape="0">
                    <a:schemeClr val="tx1">
                      <a:lumMod val="95000"/>
                      <a:alpha val="40000"/>
                    </a:schemeClr>
                  </a:outerShdw>
                </a:effectLst>
                <a:latin typeface="Engravers MT" panose="02090707080505020304" pitchFamily="18" charset="77"/>
                <a:cs typeface="Devanagari Sangam MN" panose="02000000000000000000" pitchFamily="2" charset="0"/>
              </a:rPr>
              <a:t>Dollar Doodle</a:t>
            </a:r>
          </a:p>
          <a:p>
            <a:pPr algn="ctr"/>
            <a:r>
              <a:rPr lang="en-US" sz="2400" spc="50" dirty="0">
                <a:ln w="9525" cmpd="sng">
                  <a:solidFill>
                    <a:schemeClr val="tx1"/>
                  </a:solidFill>
                  <a:prstDash val="solid"/>
                </a:ln>
                <a:effectLst>
                  <a:glow rad="38100">
                    <a:schemeClr val="accent1">
                      <a:lumMod val="75000"/>
                      <a:alpha val="40000"/>
                    </a:schemeClr>
                  </a:glow>
                </a:effectLst>
                <a:latin typeface="Engravers MT" panose="02090707080505020304" pitchFamily="18" charset="77"/>
                <a:cs typeface="Devanagari Sangam MN" panose="02000000000000000000" pitchFamily="2" charset="0"/>
              </a:rPr>
              <a:t>Climb Higher, Spend Smarter</a:t>
            </a:r>
          </a:p>
        </p:txBody>
      </p:sp>
      <p:pic>
        <p:nvPicPr>
          <p:cNvPr id="13" name="Picture 12" descr="A person counting money on a calculator&#10;&#10;AI-generated content may be incorrect.">
            <a:extLst>
              <a:ext uri="{FF2B5EF4-FFF2-40B4-BE49-F238E27FC236}">
                <a16:creationId xmlns:a16="http://schemas.microsoft.com/office/drawing/2014/main" id="{9B7F2B88-4641-3568-DA3B-E6E6E7A7BCD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14000"/>
          </a:blip>
          <a:stretch>
            <a:fillRect/>
          </a:stretch>
        </p:blipFill>
        <p:spPr>
          <a:xfrm>
            <a:off x="599768" y="0"/>
            <a:ext cx="8542153" cy="754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2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23" y="2694751"/>
            <a:ext cx="3854245" cy="127184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38A0A5-C19A-A1A3-3223-CEA8429219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548921"/>
              </p:ext>
            </p:extLst>
          </p:nvPr>
        </p:nvGraphicFramePr>
        <p:xfrm>
          <a:off x="4102554" y="804670"/>
          <a:ext cx="4435656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975" y="2705471"/>
            <a:ext cx="3549444" cy="1447054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Ideas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BFCA60-BD95-16CA-A806-470307794D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6154109"/>
              </p:ext>
            </p:extLst>
          </p:nvPr>
        </p:nvGraphicFramePr>
        <p:xfrm>
          <a:off x="4102554" y="804670"/>
          <a:ext cx="4435656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58" y="2705471"/>
            <a:ext cx="4739149" cy="144705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BFCA60-BD95-16CA-A806-470307794D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8313590"/>
              </p:ext>
            </p:extLst>
          </p:nvPr>
        </p:nvGraphicFramePr>
        <p:xfrm>
          <a:off x="4102554" y="804670"/>
          <a:ext cx="4435656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7398883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90" y="2748607"/>
            <a:ext cx="3844413" cy="136078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Proposal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54BB42-B9F3-106B-4FC1-2B39988D7E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4427705"/>
              </p:ext>
            </p:extLst>
          </p:nvPr>
        </p:nvGraphicFramePr>
        <p:xfrm>
          <a:off x="4102554" y="804670"/>
          <a:ext cx="4435656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955" y="643467"/>
            <a:ext cx="5791200" cy="5584296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Components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D374D2-83F1-3C1C-BF41-13B9FDDFE6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3907216"/>
              </p:ext>
            </p:extLst>
          </p:nvPr>
        </p:nvGraphicFramePr>
        <p:xfrm>
          <a:off x="199756" y="699832"/>
          <a:ext cx="4708922" cy="5543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2343" y="499533"/>
            <a:ext cx="4922045" cy="165819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390" y="2011680"/>
            <a:ext cx="6628590" cy="376618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End: Dashboard, Add Expense, Transactions, Scan Receipts, View Graphs, Smart Suggestions.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End: Authentication, Expense Processing.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Users &amp; Expenses Tables.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7B392CB5-B199-B70A-7A66-DDBB961568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5" r="55017" b="-2"/>
          <a:stretch>
            <a:fillRect/>
          </a:stretch>
        </p:blipFill>
        <p:spPr>
          <a:xfrm>
            <a:off x="-1555431" y="-6418"/>
            <a:ext cx="4070820" cy="686441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4182" y="499533"/>
            <a:ext cx="7342510" cy="1658198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43DE45-574F-FF1E-A89D-D3FEB0A3A7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2612707"/>
              </p:ext>
            </p:extLst>
          </p:nvPr>
        </p:nvGraphicFramePr>
        <p:xfrm>
          <a:off x="1" y="1966452"/>
          <a:ext cx="9144000" cy="4006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2625" y="549409"/>
            <a:ext cx="4538750" cy="1658198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of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28AD72-5EB9-B540-DBBE-3C4252022D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2737810"/>
              </p:ext>
            </p:extLst>
          </p:nvPr>
        </p:nvGraphicFramePr>
        <p:xfrm>
          <a:off x="0" y="1897627"/>
          <a:ext cx="9144000" cy="40668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wipe/>
      </p:transition>
    </mc:Choice>
    <mc:Fallback xmlns=""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999" y="546782"/>
            <a:ext cx="7391062" cy="1658198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E54177-96B2-2576-B2CC-D0D337B92A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2589"/>
              </p:ext>
            </p:extLst>
          </p:nvPr>
        </p:nvGraphicFramePr>
        <p:xfrm>
          <a:off x="507206" y="2373549"/>
          <a:ext cx="8065294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E8D1-81EA-F86A-454D-B46FDDF2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99533"/>
            <a:ext cx="8267699" cy="1658198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8B170D71-BE1B-A9DC-AB29-EE5817E876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7016037"/>
              </p:ext>
            </p:extLst>
          </p:nvPr>
        </p:nvGraphicFramePr>
        <p:xfrm>
          <a:off x="0" y="1720646"/>
          <a:ext cx="9144000" cy="4252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83829163"/>
      </p:ext>
    </p:extLst>
  </p:cSld>
  <p:clrMapOvr>
    <a:masterClrMapping/>
  </p:clrMapOvr>
  <p:transition spd="slow">
    <p:cover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25" y="27585"/>
            <a:ext cx="8065293" cy="1658198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Responsibilities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0AB0B5-8261-D763-51C1-7E910CF238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530611"/>
              </p:ext>
            </p:extLst>
          </p:nvPr>
        </p:nvGraphicFramePr>
        <p:xfrm>
          <a:off x="0" y="1769806"/>
          <a:ext cx="9144000" cy="4827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E3487-0E44-E497-6749-05888A8E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6FFA89-FCEB-9D1D-D3FE-43245DE8C67C}"/>
              </a:ext>
            </a:extLst>
          </p:cNvPr>
          <p:cNvSpPr txBox="1"/>
          <p:nvPr/>
        </p:nvSpPr>
        <p:spPr>
          <a:xfrm>
            <a:off x="1871816" y="2161402"/>
            <a:ext cx="54003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spc="50" dirty="0">
                <a:ln w="9525" cmpd="sng">
                  <a:solidFill>
                    <a:schemeClr val="tx1"/>
                  </a:solidFill>
                  <a:prstDash val="solid"/>
                </a:ln>
                <a:effectLst>
                  <a:glow rad="38100">
                    <a:schemeClr val="accent1">
                      <a:lumMod val="75000"/>
                      <a:alpha val="40000"/>
                    </a:schemeClr>
                  </a:glow>
                  <a:outerShdw blurRad="219331" dist="38100" algn="l" rotWithShape="0">
                    <a:schemeClr val="tx1">
                      <a:lumMod val="95000"/>
                      <a:alpha val="40000"/>
                    </a:schemeClr>
                  </a:outerShdw>
                </a:effectLst>
                <a:latin typeface="Engravers MT" panose="02090707080505020304" pitchFamily="18" charset="77"/>
                <a:cs typeface="Devanagari Sangam MN" panose="02000000000000000000" pitchFamily="2" charset="0"/>
              </a:rPr>
              <a:t>Dollar Doodle</a:t>
            </a:r>
          </a:p>
          <a:p>
            <a:pPr algn="ctr"/>
            <a:r>
              <a:rPr lang="en-US" sz="1800" spc="50" dirty="0">
                <a:ln w="9525" cmpd="sng">
                  <a:solidFill>
                    <a:schemeClr val="tx1"/>
                  </a:solidFill>
                  <a:prstDash val="solid"/>
                </a:ln>
                <a:effectLst>
                  <a:glow rad="38100">
                    <a:schemeClr val="accent1">
                      <a:lumMod val="75000"/>
                      <a:alpha val="40000"/>
                    </a:schemeClr>
                  </a:glow>
                </a:effectLst>
                <a:latin typeface="Engravers MT" panose="02090707080505020304" pitchFamily="18" charset="77"/>
                <a:cs typeface="Devanagari Sangam MN" panose="02000000000000000000" pitchFamily="2" charset="0"/>
              </a:rPr>
              <a:t>Climb Higher, Spend Smarter</a:t>
            </a:r>
          </a:p>
        </p:txBody>
      </p:sp>
    </p:spTree>
    <p:extLst>
      <p:ext uri="{BB962C8B-B14F-4D97-AF65-F5344CB8AC3E}">
        <p14:creationId xmlns:p14="http://schemas.microsoft.com/office/powerpoint/2010/main" val="32317846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353</TotalTime>
  <Words>336</Words>
  <Application>Microsoft Office PowerPoint</Application>
  <PresentationFormat>On-screen Show (4:3)</PresentationFormat>
  <Paragraphs>104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Engravers MT</vt:lpstr>
      <vt:lpstr>Times New Roman</vt:lpstr>
      <vt:lpstr>Tw Cen MT</vt:lpstr>
      <vt:lpstr>Circuit</vt:lpstr>
      <vt:lpstr>PowerPoint Presentation</vt:lpstr>
      <vt:lpstr>Team Members</vt:lpstr>
      <vt:lpstr>Project Ideas</vt:lpstr>
      <vt:lpstr>Problem Statement</vt:lpstr>
      <vt:lpstr>Project Proposal</vt:lpstr>
      <vt:lpstr>System Components</vt:lpstr>
      <vt:lpstr>Module Breakdown</vt:lpstr>
      <vt:lpstr>Technology Used</vt:lpstr>
      <vt:lpstr>Statement of Work</vt:lpstr>
      <vt:lpstr>Planned Future Work</vt:lpstr>
      <vt:lpstr>Timeline</vt:lpstr>
      <vt:lpstr>Team Responsibilities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Buesse</dc:creator>
  <cp:keywords/>
  <dc:description>generated using python-pptx</dc:description>
  <cp:lastModifiedBy>Eva Buesse</cp:lastModifiedBy>
  <cp:revision>20</cp:revision>
  <dcterms:created xsi:type="dcterms:W3CDTF">2013-01-27T09:14:16Z</dcterms:created>
  <dcterms:modified xsi:type="dcterms:W3CDTF">2026-02-22T22:52:51Z</dcterms:modified>
  <cp:category/>
</cp:coreProperties>
</file>